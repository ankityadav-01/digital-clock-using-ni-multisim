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27"/>
  </p:notesMasterIdLst>
  <p:sldIdLst>
    <p:sldId id="276" r:id="rId2"/>
    <p:sldId id="278" r:id="rId3"/>
    <p:sldId id="271" r:id="rId4"/>
    <p:sldId id="272" r:id="rId5"/>
    <p:sldId id="259" r:id="rId6"/>
    <p:sldId id="286" r:id="rId7"/>
    <p:sldId id="284" r:id="rId8"/>
    <p:sldId id="285" r:id="rId9"/>
    <p:sldId id="287" r:id="rId10"/>
    <p:sldId id="268" r:id="rId11"/>
    <p:sldId id="270" r:id="rId12"/>
    <p:sldId id="283" r:id="rId13"/>
    <p:sldId id="269" r:id="rId14"/>
    <p:sldId id="267" r:id="rId15"/>
    <p:sldId id="266" r:id="rId16"/>
    <p:sldId id="265" r:id="rId17"/>
    <p:sldId id="262" r:id="rId18"/>
    <p:sldId id="263" r:id="rId19"/>
    <p:sldId id="264" r:id="rId20"/>
    <p:sldId id="261" r:id="rId21"/>
    <p:sldId id="275" r:id="rId22"/>
    <p:sldId id="274" r:id="rId23"/>
    <p:sldId id="279" r:id="rId24"/>
    <p:sldId id="282" r:id="rId25"/>
    <p:sldId id="25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225AE9A-9B2F-4099-A9FA-6B9EAAF0D770}">
          <p14:sldIdLst>
            <p14:sldId id="276"/>
            <p14:sldId id="278"/>
            <p14:sldId id="271"/>
            <p14:sldId id="272"/>
            <p14:sldId id="259"/>
            <p14:sldId id="286"/>
            <p14:sldId id="284"/>
            <p14:sldId id="285"/>
            <p14:sldId id="287"/>
            <p14:sldId id="268"/>
            <p14:sldId id="270"/>
            <p14:sldId id="283"/>
            <p14:sldId id="269"/>
            <p14:sldId id="267"/>
            <p14:sldId id="266"/>
            <p14:sldId id="265"/>
            <p14:sldId id="262"/>
            <p14:sldId id="263"/>
            <p14:sldId id="264"/>
            <p14:sldId id="261"/>
            <p14:sldId id="275"/>
            <p14:sldId id="274"/>
            <p14:sldId id="279"/>
            <p14:sldId id="282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EC8FAF-6326-4283-93E8-88AE6953778D}" v="124" dt="2025-01-16T00:43:32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 Kumar" userId="9b142ff03612a086" providerId="LiveId" clId="{85EC8FAF-6326-4283-93E8-88AE6953778D}"/>
    <pc:docChg chg="undo custSel addSld delSld modSld sldOrd addSection delSection modSection">
      <pc:chgData name="Ankit Kumar" userId="9b142ff03612a086" providerId="LiveId" clId="{85EC8FAF-6326-4283-93E8-88AE6953778D}" dt="2025-01-16T09:29:11.133" v="9272" actId="20577"/>
      <pc:docMkLst>
        <pc:docMk/>
      </pc:docMkLst>
      <pc:sldChg chg="addSp modSp del mod chgLayout">
        <pc:chgData name="Ankit Kumar" userId="9b142ff03612a086" providerId="LiveId" clId="{85EC8FAF-6326-4283-93E8-88AE6953778D}" dt="2025-01-06T17:48:06.721" v="221" actId="2696"/>
        <pc:sldMkLst>
          <pc:docMk/>
          <pc:sldMk cId="497274081" sldId="256"/>
        </pc:sldMkLst>
      </pc:sldChg>
      <pc:sldChg chg="add del">
        <pc:chgData name="Ankit Kumar" userId="9b142ff03612a086" providerId="LiveId" clId="{85EC8FAF-6326-4283-93E8-88AE6953778D}" dt="2025-01-06T21:08:09.562" v="6948" actId="2696"/>
        <pc:sldMkLst>
          <pc:docMk/>
          <pc:sldMk cId="341520474" sldId="257"/>
        </pc:sldMkLst>
      </pc:sldChg>
      <pc:sldChg chg="addSp modSp del mod">
        <pc:chgData name="Ankit Kumar" userId="9b142ff03612a086" providerId="LiveId" clId="{85EC8FAF-6326-4283-93E8-88AE6953778D}" dt="2025-01-06T21:07:10.580" v="6942" actId="2696"/>
        <pc:sldMkLst>
          <pc:docMk/>
          <pc:sldMk cId="3325772818" sldId="257"/>
        </pc:sldMkLst>
      </pc:sldChg>
      <pc:sldChg chg="addSp delSp modSp mod ord">
        <pc:chgData name="Ankit Kumar" userId="9b142ff03612a086" providerId="LiveId" clId="{85EC8FAF-6326-4283-93E8-88AE6953778D}" dt="2025-01-08T13:40:57.719" v="8038" actId="207"/>
        <pc:sldMkLst>
          <pc:docMk/>
          <pc:sldMk cId="105267283" sldId="259"/>
        </pc:sldMkLst>
        <pc:spChg chg="add mod">
          <ac:chgData name="Ankit Kumar" userId="9b142ff03612a086" providerId="LiveId" clId="{85EC8FAF-6326-4283-93E8-88AE6953778D}" dt="2025-01-08T13:24:12.743" v="7324" actId="14100"/>
          <ac:spMkLst>
            <pc:docMk/>
            <pc:sldMk cId="105267283" sldId="259"/>
            <ac:spMk id="2" creationId="{AC510DFD-8203-2379-80F5-D9EEC26CCF9B}"/>
          </ac:spMkLst>
        </pc:spChg>
        <pc:spChg chg="add mod">
          <ac:chgData name="Ankit Kumar" userId="9b142ff03612a086" providerId="LiveId" clId="{85EC8FAF-6326-4283-93E8-88AE6953778D}" dt="2025-01-08T13:40:57.719" v="8038" actId="207"/>
          <ac:spMkLst>
            <pc:docMk/>
            <pc:sldMk cId="105267283" sldId="259"/>
            <ac:spMk id="7" creationId="{5E8ACA1F-0B0F-AF8B-ABE0-2A9864D7F931}"/>
          </ac:spMkLst>
        </pc:spChg>
      </pc:sldChg>
      <pc:sldChg chg="addSp modSp add del mod">
        <pc:chgData name="Ankit Kumar" userId="9b142ff03612a086" providerId="LiveId" clId="{85EC8FAF-6326-4283-93E8-88AE6953778D}" dt="2025-01-06T21:02:30.832" v="6905" actId="2696"/>
        <pc:sldMkLst>
          <pc:docMk/>
          <pc:sldMk cId="2990127276" sldId="260"/>
        </pc:sldMkLst>
      </pc:sldChg>
      <pc:sldChg chg="addSp modSp add mod">
        <pc:chgData name="Ankit Kumar" userId="9b142ff03612a086" providerId="LiveId" clId="{85EC8FAF-6326-4283-93E8-88AE6953778D}" dt="2025-01-06T20:48:49.429" v="6259" actId="27636"/>
        <pc:sldMkLst>
          <pc:docMk/>
          <pc:sldMk cId="3175484740" sldId="261"/>
        </pc:sldMkLst>
        <pc:spChg chg="add mod">
          <ac:chgData name="Ankit Kumar" userId="9b142ff03612a086" providerId="LiveId" clId="{85EC8FAF-6326-4283-93E8-88AE6953778D}" dt="2025-01-06T20:44:04.666" v="5974" actId="20577"/>
          <ac:spMkLst>
            <pc:docMk/>
            <pc:sldMk cId="3175484740" sldId="261"/>
            <ac:spMk id="2" creationId="{AA9D8D9D-E1B5-6156-E886-9A2AAE4C7D49}"/>
          </ac:spMkLst>
        </pc:spChg>
        <pc:spChg chg="add mod">
          <ac:chgData name="Ankit Kumar" userId="9b142ff03612a086" providerId="LiveId" clId="{85EC8FAF-6326-4283-93E8-88AE6953778D}" dt="2025-01-06T20:48:49.429" v="6259" actId="27636"/>
          <ac:spMkLst>
            <pc:docMk/>
            <pc:sldMk cId="3175484740" sldId="261"/>
            <ac:spMk id="3" creationId="{ABFA9D5C-DD6C-AFA1-F21C-10A38A644343}"/>
          </ac:spMkLst>
        </pc:spChg>
      </pc:sldChg>
      <pc:sldChg chg="addSp modSp add mod">
        <pc:chgData name="Ankit Kumar" userId="9b142ff03612a086" providerId="LiveId" clId="{85EC8FAF-6326-4283-93E8-88AE6953778D}" dt="2025-01-06T21:17:59.336" v="7204" actId="1076"/>
        <pc:sldMkLst>
          <pc:docMk/>
          <pc:sldMk cId="2224317528" sldId="262"/>
        </pc:sldMkLst>
        <pc:spChg chg="add mod">
          <ac:chgData name="Ankit Kumar" userId="9b142ff03612a086" providerId="LiveId" clId="{85EC8FAF-6326-4283-93E8-88AE6953778D}" dt="2025-01-06T21:17:59.336" v="7204" actId="1076"/>
          <ac:spMkLst>
            <pc:docMk/>
            <pc:sldMk cId="2224317528" sldId="262"/>
            <ac:spMk id="4" creationId="{E72561FF-A83E-ED2A-66FD-978602DAD427}"/>
          </ac:spMkLst>
        </pc:spChg>
        <pc:picChg chg="add mod">
          <ac:chgData name="Ankit Kumar" userId="9b142ff03612a086" providerId="LiveId" clId="{85EC8FAF-6326-4283-93E8-88AE6953778D}" dt="2025-01-06T20:17:00.186" v="4801" actId="1076"/>
          <ac:picMkLst>
            <pc:docMk/>
            <pc:sldMk cId="2224317528" sldId="262"/>
            <ac:picMk id="3" creationId="{64DFCC18-F3A4-6E02-E2DA-D9783E479BA7}"/>
          </ac:picMkLst>
        </pc:picChg>
      </pc:sldChg>
      <pc:sldChg chg="addSp modSp add mod">
        <pc:chgData name="Ankit Kumar" userId="9b142ff03612a086" providerId="LiveId" clId="{85EC8FAF-6326-4283-93E8-88AE6953778D}" dt="2025-01-16T01:03:21.799" v="9250" actId="33524"/>
        <pc:sldMkLst>
          <pc:docMk/>
          <pc:sldMk cId="2568429542" sldId="263"/>
        </pc:sldMkLst>
        <pc:spChg chg="add mod">
          <ac:chgData name="Ankit Kumar" userId="9b142ff03612a086" providerId="LiveId" clId="{85EC8FAF-6326-4283-93E8-88AE6953778D}" dt="2025-01-06T20:10:53.787" v="4560" actId="20577"/>
          <ac:spMkLst>
            <pc:docMk/>
            <pc:sldMk cId="2568429542" sldId="263"/>
            <ac:spMk id="2" creationId="{E247ACAC-6934-A6E3-9744-65AE666E415D}"/>
          </ac:spMkLst>
        </pc:spChg>
        <pc:spChg chg="add mod">
          <ac:chgData name="Ankit Kumar" userId="9b142ff03612a086" providerId="LiveId" clId="{85EC8FAF-6326-4283-93E8-88AE6953778D}" dt="2025-01-16T01:03:21.799" v="9250" actId="33524"/>
          <ac:spMkLst>
            <pc:docMk/>
            <pc:sldMk cId="2568429542" sldId="263"/>
            <ac:spMk id="3" creationId="{7CC3056B-26B8-0427-4C05-23DA3B9555E5}"/>
          </ac:spMkLst>
        </pc:spChg>
      </pc:sldChg>
      <pc:sldChg chg="addSp modSp add mod ord">
        <pc:chgData name="Ankit Kumar" userId="9b142ff03612a086" providerId="LiveId" clId="{85EC8FAF-6326-4283-93E8-88AE6953778D}" dt="2025-01-06T21:18:31.805" v="7242" actId="1076"/>
        <pc:sldMkLst>
          <pc:docMk/>
          <pc:sldMk cId="98705103" sldId="264"/>
        </pc:sldMkLst>
        <pc:spChg chg="add mod">
          <ac:chgData name="Ankit Kumar" userId="9b142ff03612a086" providerId="LiveId" clId="{85EC8FAF-6326-4283-93E8-88AE6953778D}" dt="2025-01-06T21:18:31.805" v="7242" actId="1076"/>
          <ac:spMkLst>
            <pc:docMk/>
            <pc:sldMk cId="98705103" sldId="264"/>
            <ac:spMk id="4" creationId="{3C14C752-2802-B43B-8A44-1BA260075542}"/>
          </ac:spMkLst>
        </pc:spChg>
        <pc:picChg chg="add mod">
          <ac:chgData name="Ankit Kumar" userId="9b142ff03612a086" providerId="LiveId" clId="{85EC8FAF-6326-4283-93E8-88AE6953778D}" dt="2025-01-06T20:17:15.531" v="4805" actId="1076"/>
          <ac:picMkLst>
            <pc:docMk/>
            <pc:sldMk cId="98705103" sldId="264"/>
            <ac:picMk id="3" creationId="{BA91787C-3898-C4F4-0D6C-9629516CF028}"/>
          </ac:picMkLst>
        </pc:picChg>
      </pc:sldChg>
      <pc:sldChg chg="addSp modSp add mod">
        <pc:chgData name="Ankit Kumar" userId="9b142ff03612a086" providerId="LiveId" clId="{85EC8FAF-6326-4283-93E8-88AE6953778D}" dt="2025-01-16T01:02:20.580" v="9239"/>
        <pc:sldMkLst>
          <pc:docMk/>
          <pc:sldMk cId="1835001166" sldId="265"/>
        </pc:sldMkLst>
        <pc:spChg chg="add mod">
          <ac:chgData name="Ankit Kumar" userId="9b142ff03612a086" providerId="LiveId" clId="{85EC8FAF-6326-4283-93E8-88AE6953778D}" dt="2025-01-06T20:03:42.775" v="4305" actId="20577"/>
          <ac:spMkLst>
            <pc:docMk/>
            <pc:sldMk cId="1835001166" sldId="265"/>
            <ac:spMk id="2" creationId="{79DFD3FF-18A8-D046-DA52-852E0DD1046F}"/>
          </ac:spMkLst>
        </pc:spChg>
        <pc:spChg chg="add mod">
          <ac:chgData name="Ankit Kumar" userId="9b142ff03612a086" providerId="LiveId" clId="{85EC8FAF-6326-4283-93E8-88AE6953778D}" dt="2025-01-16T01:02:20.580" v="9239"/>
          <ac:spMkLst>
            <pc:docMk/>
            <pc:sldMk cId="1835001166" sldId="265"/>
            <ac:spMk id="3" creationId="{C68C6EEA-0B52-4721-BF16-496EAD536112}"/>
          </ac:spMkLst>
        </pc:spChg>
      </pc:sldChg>
      <pc:sldChg chg="addSp modSp add mod">
        <pc:chgData name="Ankit Kumar" userId="9b142ff03612a086" providerId="LiveId" clId="{85EC8FAF-6326-4283-93E8-88AE6953778D}" dt="2025-01-06T21:17:25.967" v="7166" actId="1076"/>
        <pc:sldMkLst>
          <pc:docMk/>
          <pc:sldMk cId="2541766877" sldId="266"/>
        </pc:sldMkLst>
        <pc:spChg chg="add mod">
          <ac:chgData name="Ankit Kumar" userId="9b142ff03612a086" providerId="LiveId" clId="{85EC8FAF-6326-4283-93E8-88AE6953778D}" dt="2025-01-06T21:17:25.967" v="7166" actId="1076"/>
          <ac:spMkLst>
            <pc:docMk/>
            <pc:sldMk cId="2541766877" sldId="266"/>
            <ac:spMk id="4" creationId="{AA3B8860-8C99-DFC7-203E-DF16A9AE0CC5}"/>
          </ac:spMkLst>
        </pc:spChg>
        <pc:picChg chg="add mod">
          <ac:chgData name="Ankit Kumar" userId="9b142ff03612a086" providerId="LiveId" clId="{85EC8FAF-6326-4283-93E8-88AE6953778D}" dt="2025-01-06T20:02:53.424" v="4297" actId="1076"/>
          <ac:picMkLst>
            <pc:docMk/>
            <pc:sldMk cId="2541766877" sldId="266"/>
            <ac:picMk id="3" creationId="{46629418-5A6E-55E6-449B-F8380F80B8B2}"/>
          </ac:picMkLst>
        </pc:picChg>
      </pc:sldChg>
      <pc:sldChg chg="addSp modSp add mod">
        <pc:chgData name="Ankit Kumar" userId="9b142ff03612a086" providerId="LiveId" clId="{85EC8FAF-6326-4283-93E8-88AE6953778D}" dt="2025-01-16T01:02:31.245" v="9241"/>
        <pc:sldMkLst>
          <pc:docMk/>
          <pc:sldMk cId="1435663742" sldId="267"/>
        </pc:sldMkLst>
        <pc:spChg chg="add mod">
          <ac:chgData name="Ankit Kumar" userId="9b142ff03612a086" providerId="LiveId" clId="{85EC8FAF-6326-4283-93E8-88AE6953778D}" dt="2025-01-06T19:54:51.880" v="3533" actId="20577"/>
          <ac:spMkLst>
            <pc:docMk/>
            <pc:sldMk cId="1435663742" sldId="267"/>
            <ac:spMk id="2" creationId="{31D309F1-C8F5-9D55-71B2-670C1F174EB8}"/>
          </ac:spMkLst>
        </pc:spChg>
        <pc:spChg chg="add mod">
          <ac:chgData name="Ankit Kumar" userId="9b142ff03612a086" providerId="LiveId" clId="{85EC8FAF-6326-4283-93E8-88AE6953778D}" dt="2025-01-16T01:02:31.245" v="9241"/>
          <ac:spMkLst>
            <pc:docMk/>
            <pc:sldMk cId="1435663742" sldId="267"/>
            <ac:spMk id="3" creationId="{DB22A6B9-25BC-763F-8C02-7D4F86A4D605}"/>
          </ac:spMkLst>
        </pc:spChg>
      </pc:sldChg>
      <pc:sldChg chg="addSp modSp add mod">
        <pc:chgData name="Ankit Kumar" userId="9b142ff03612a086" providerId="LiveId" clId="{85EC8FAF-6326-4283-93E8-88AE6953778D}" dt="2025-01-15T14:24:07.387" v="8769" actId="20577"/>
        <pc:sldMkLst>
          <pc:docMk/>
          <pc:sldMk cId="2811641262" sldId="268"/>
        </pc:sldMkLst>
        <pc:spChg chg="add mod">
          <ac:chgData name="Ankit Kumar" userId="9b142ff03612a086" providerId="LiveId" clId="{85EC8FAF-6326-4283-93E8-88AE6953778D}" dt="2025-01-06T18:53:26.273" v="1095" actId="1076"/>
          <ac:spMkLst>
            <pc:docMk/>
            <pc:sldMk cId="2811641262" sldId="268"/>
            <ac:spMk id="2" creationId="{82960C34-6C70-49DE-E259-B2F4746FD182}"/>
          </ac:spMkLst>
        </pc:spChg>
        <pc:spChg chg="add mod">
          <ac:chgData name="Ankit Kumar" userId="9b142ff03612a086" providerId="LiveId" clId="{85EC8FAF-6326-4283-93E8-88AE6953778D}" dt="2025-01-15T14:24:07.387" v="8769" actId="20577"/>
          <ac:spMkLst>
            <pc:docMk/>
            <pc:sldMk cId="2811641262" sldId="268"/>
            <ac:spMk id="3" creationId="{FAE7C344-3EA3-2196-7698-E59894AFDFC0}"/>
          </ac:spMkLst>
        </pc:spChg>
      </pc:sldChg>
      <pc:sldChg chg="addSp delSp modSp add mod">
        <pc:chgData name="Ankit Kumar" userId="9b142ff03612a086" providerId="LiveId" clId="{85EC8FAF-6326-4283-93E8-88AE6953778D}" dt="2025-01-06T21:16:50.119" v="7133" actId="1076"/>
        <pc:sldMkLst>
          <pc:docMk/>
          <pc:sldMk cId="1012706325" sldId="269"/>
        </pc:sldMkLst>
        <pc:spChg chg="add mod">
          <ac:chgData name="Ankit Kumar" userId="9b142ff03612a086" providerId="LiveId" clId="{85EC8FAF-6326-4283-93E8-88AE6953778D}" dt="2025-01-06T21:16:50.119" v="7133" actId="1076"/>
          <ac:spMkLst>
            <pc:docMk/>
            <pc:sldMk cId="1012706325" sldId="269"/>
            <ac:spMk id="7" creationId="{B23061E3-6439-EB0B-0F7A-011F8CD21D35}"/>
          </ac:spMkLst>
        </pc:spChg>
        <pc:picChg chg="add mod">
          <ac:chgData name="Ankit Kumar" userId="9b142ff03612a086" providerId="LiveId" clId="{85EC8FAF-6326-4283-93E8-88AE6953778D}" dt="2025-01-06T20:01:07.794" v="4271" actId="1076"/>
          <ac:picMkLst>
            <pc:docMk/>
            <pc:sldMk cId="1012706325" sldId="269"/>
            <ac:picMk id="5" creationId="{9CC4D54F-33E0-EADE-CC50-4133663844BA}"/>
          </ac:picMkLst>
        </pc:picChg>
      </pc:sldChg>
      <pc:sldChg chg="addSp delSp modSp add mod ord">
        <pc:chgData name="Ankit Kumar" userId="9b142ff03612a086" providerId="LiveId" clId="{85EC8FAF-6326-4283-93E8-88AE6953778D}" dt="2025-01-16T00:52:44.711" v="8990"/>
        <pc:sldMkLst>
          <pc:docMk/>
          <pc:sldMk cId="405547054" sldId="270"/>
        </pc:sldMkLst>
        <pc:graphicFrameChg chg="add mod modGraphic">
          <ac:chgData name="Ankit Kumar" userId="9b142ff03612a086" providerId="LiveId" clId="{85EC8FAF-6326-4283-93E8-88AE6953778D}" dt="2025-01-06T19:53:06.819" v="3528" actId="1076"/>
          <ac:graphicFrameMkLst>
            <pc:docMk/>
            <pc:sldMk cId="405547054" sldId="270"/>
            <ac:graphicFrameMk id="4" creationId="{E38109F0-87D9-B3B0-BC0D-0FA9A81119A0}"/>
          </ac:graphicFrameMkLst>
        </pc:graphicFrameChg>
        <pc:picChg chg="add mod">
          <ac:chgData name="Ankit Kumar" userId="9b142ff03612a086" providerId="LiveId" clId="{85EC8FAF-6326-4283-93E8-88AE6953778D}" dt="2025-01-06T19:45:43.084" v="3341" actId="1076"/>
          <ac:picMkLst>
            <pc:docMk/>
            <pc:sldMk cId="405547054" sldId="270"/>
            <ac:picMk id="3" creationId="{A0B89321-350A-15DF-1BC6-21312571F854}"/>
          </ac:picMkLst>
        </pc:picChg>
        <pc:picChg chg="add mod">
          <ac:chgData name="Ankit Kumar" userId="9b142ff03612a086" providerId="LiveId" clId="{85EC8FAF-6326-4283-93E8-88AE6953778D}" dt="2025-01-06T19:48:29.510" v="3358" actId="1076"/>
          <ac:picMkLst>
            <pc:docMk/>
            <pc:sldMk cId="405547054" sldId="270"/>
            <ac:picMk id="8" creationId="{DD9ED8E5-B3AB-7504-672B-71B13DAEFA31}"/>
          </ac:picMkLst>
        </pc:picChg>
      </pc:sldChg>
      <pc:sldChg chg="addSp delSp modSp add mod">
        <pc:chgData name="Ankit Kumar" userId="9b142ff03612a086" providerId="LiveId" clId="{85EC8FAF-6326-4283-93E8-88AE6953778D}" dt="2025-01-06T18:56:18.686" v="1544" actId="207"/>
        <pc:sldMkLst>
          <pc:docMk/>
          <pc:sldMk cId="1453731841" sldId="271"/>
        </pc:sldMkLst>
        <pc:spChg chg="add mod">
          <ac:chgData name="Ankit Kumar" userId="9b142ff03612a086" providerId="LiveId" clId="{85EC8FAF-6326-4283-93E8-88AE6953778D}" dt="2025-01-06T17:49:20.330" v="243" actId="20577"/>
          <ac:spMkLst>
            <pc:docMk/>
            <pc:sldMk cId="1453731841" sldId="271"/>
            <ac:spMk id="2" creationId="{11659B4A-F8ED-7421-5720-25CEE989803D}"/>
          </ac:spMkLst>
        </pc:spChg>
        <pc:spChg chg="add mod">
          <ac:chgData name="Ankit Kumar" userId="9b142ff03612a086" providerId="LiveId" clId="{85EC8FAF-6326-4283-93E8-88AE6953778D}" dt="2025-01-06T18:56:18.686" v="1544" actId="207"/>
          <ac:spMkLst>
            <pc:docMk/>
            <pc:sldMk cId="1453731841" sldId="271"/>
            <ac:spMk id="3" creationId="{8163510A-115D-995F-7E74-AAB85B72FCF6}"/>
          </ac:spMkLst>
        </pc:spChg>
      </pc:sldChg>
      <pc:sldChg chg="addSp delSp modSp add mod ord">
        <pc:chgData name="Ankit Kumar" userId="9b142ff03612a086" providerId="LiveId" clId="{85EC8FAF-6326-4283-93E8-88AE6953778D}" dt="2025-01-08T13:43:27.856" v="8039" actId="1076"/>
        <pc:sldMkLst>
          <pc:docMk/>
          <pc:sldMk cId="331515367" sldId="272"/>
        </pc:sldMkLst>
        <pc:spChg chg="add mod">
          <ac:chgData name="Ankit Kumar" userId="9b142ff03612a086" providerId="LiveId" clId="{85EC8FAF-6326-4283-93E8-88AE6953778D}" dt="2025-01-06T18:36:37.772" v="757" actId="1076"/>
          <ac:spMkLst>
            <pc:docMk/>
            <pc:sldMk cId="331515367" sldId="272"/>
            <ac:spMk id="2" creationId="{4D88ECC2-ED1B-955E-B6AA-52EA657F8035}"/>
          </ac:spMkLst>
        </pc:spChg>
        <pc:spChg chg="add mod">
          <ac:chgData name="Ankit Kumar" userId="9b142ff03612a086" providerId="LiveId" clId="{85EC8FAF-6326-4283-93E8-88AE6953778D}" dt="2025-01-06T18:42:44.179" v="841" actId="20577"/>
          <ac:spMkLst>
            <pc:docMk/>
            <pc:sldMk cId="331515367" sldId="272"/>
            <ac:spMk id="28" creationId="{0764B5BF-A16C-9B08-F024-F50F5BB5FB90}"/>
          </ac:spMkLst>
        </pc:spChg>
        <pc:spChg chg="add mod">
          <ac:chgData name="Ankit Kumar" userId="9b142ff03612a086" providerId="LiveId" clId="{85EC8FAF-6326-4283-93E8-88AE6953778D}" dt="2025-01-06T18:43:15.493" v="886" actId="20577"/>
          <ac:spMkLst>
            <pc:docMk/>
            <pc:sldMk cId="331515367" sldId="272"/>
            <ac:spMk id="29" creationId="{5F971974-1FB2-CA2F-1863-045454B316DA}"/>
          </ac:spMkLst>
        </pc:spChg>
        <pc:spChg chg="add mod">
          <ac:chgData name="Ankit Kumar" userId="9b142ff03612a086" providerId="LiveId" clId="{85EC8FAF-6326-4283-93E8-88AE6953778D}" dt="2025-01-06T18:43:55.608" v="918" actId="20577"/>
          <ac:spMkLst>
            <pc:docMk/>
            <pc:sldMk cId="331515367" sldId="272"/>
            <ac:spMk id="30" creationId="{3A81F702-6CC2-D699-3894-CC0BA3CB77AD}"/>
          </ac:spMkLst>
        </pc:spChg>
        <pc:spChg chg="add mod">
          <ac:chgData name="Ankit Kumar" userId="9b142ff03612a086" providerId="LiveId" clId="{85EC8FAF-6326-4283-93E8-88AE6953778D}" dt="2025-01-06T18:44:26.135" v="954" actId="20577"/>
          <ac:spMkLst>
            <pc:docMk/>
            <pc:sldMk cId="331515367" sldId="272"/>
            <ac:spMk id="31" creationId="{F2C877D2-3574-EB60-0C40-4EBF89411598}"/>
          </ac:spMkLst>
        </pc:spChg>
        <pc:spChg chg="add mod">
          <ac:chgData name="Ankit Kumar" userId="9b142ff03612a086" providerId="LiveId" clId="{85EC8FAF-6326-4283-93E8-88AE6953778D}" dt="2025-01-08T13:43:27.856" v="8039" actId="1076"/>
          <ac:spMkLst>
            <pc:docMk/>
            <pc:sldMk cId="331515367" sldId="272"/>
            <ac:spMk id="32" creationId="{DA075371-0D98-8733-3A2C-4A0D36587F8E}"/>
          </ac:spMkLst>
        </pc:spChg>
        <pc:spChg chg="add mod">
          <ac:chgData name="Ankit Kumar" userId="9b142ff03612a086" providerId="LiveId" clId="{85EC8FAF-6326-4283-93E8-88AE6953778D}" dt="2025-01-06T18:50:30.446" v="1032" actId="20577"/>
          <ac:spMkLst>
            <pc:docMk/>
            <pc:sldMk cId="331515367" sldId="272"/>
            <ac:spMk id="44" creationId="{0D5F770B-50B5-FC09-B010-A01CCF3D4405}"/>
          </ac:spMkLst>
        </pc:spChg>
        <pc:spChg chg="add mod">
          <ac:chgData name="Ankit Kumar" userId="9b142ff03612a086" providerId="LiveId" clId="{85EC8FAF-6326-4283-93E8-88AE6953778D}" dt="2025-01-06T18:50:35.793" v="1033" actId="1076"/>
          <ac:spMkLst>
            <pc:docMk/>
            <pc:sldMk cId="331515367" sldId="272"/>
            <ac:spMk id="45" creationId="{DA7682D8-70FC-ADCD-C792-EFBAC9804A9A}"/>
          </ac:spMkLst>
        </pc:spChg>
        <pc:spChg chg="add mod">
          <ac:chgData name="Ankit Kumar" userId="9b142ff03612a086" providerId="LiveId" clId="{85EC8FAF-6326-4283-93E8-88AE6953778D}" dt="2025-01-06T18:50:16.368" v="1030" actId="20577"/>
          <ac:spMkLst>
            <pc:docMk/>
            <pc:sldMk cId="331515367" sldId="272"/>
            <ac:spMk id="46" creationId="{4F56A3D1-64B2-39D9-7005-51FB26DBA7FC}"/>
          </ac:spMkLst>
        </pc:spChg>
        <pc:cxnChg chg="add mod">
          <ac:chgData name="Ankit Kumar" userId="9b142ff03612a086" providerId="LiveId" clId="{85EC8FAF-6326-4283-93E8-88AE6953778D}" dt="2025-01-06T18:39:20.594" v="781" actId="1076"/>
          <ac:cxnSpMkLst>
            <pc:docMk/>
            <pc:sldMk cId="331515367" sldId="272"/>
            <ac:cxnSpMk id="13" creationId="{1F7BC4CF-5445-0AB7-3734-C56374D58C9B}"/>
          </ac:cxnSpMkLst>
        </pc:cxnChg>
        <pc:cxnChg chg="add mod">
          <ac:chgData name="Ankit Kumar" userId="9b142ff03612a086" providerId="LiveId" clId="{85EC8FAF-6326-4283-93E8-88AE6953778D}" dt="2025-01-06T18:36:48.967" v="759" actId="13822"/>
          <ac:cxnSpMkLst>
            <pc:docMk/>
            <pc:sldMk cId="331515367" sldId="272"/>
            <ac:cxnSpMk id="16" creationId="{2BB0980C-0096-2D84-3209-FCFEDB17C975}"/>
          </ac:cxnSpMkLst>
        </pc:cxnChg>
        <pc:cxnChg chg="add mod">
          <ac:chgData name="Ankit Kumar" userId="9b142ff03612a086" providerId="LiveId" clId="{85EC8FAF-6326-4283-93E8-88AE6953778D}" dt="2025-01-06T18:37:10.327" v="762" actId="13822"/>
          <ac:cxnSpMkLst>
            <pc:docMk/>
            <pc:sldMk cId="331515367" sldId="272"/>
            <ac:cxnSpMk id="18" creationId="{F8F447A9-7EFB-226B-45CE-1451BF5ABFA2}"/>
          </ac:cxnSpMkLst>
        </pc:cxnChg>
        <pc:cxnChg chg="add mod">
          <ac:chgData name="Ankit Kumar" userId="9b142ff03612a086" providerId="LiveId" clId="{85EC8FAF-6326-4283-93E8-88AE6953778D}" dt="2025-01-06T18:37:24.180" v="765" actId="13822"/>
          <ac:cxnSpMkLst>
            <pc:docMk/>
            <pc:sldMk cId="331515367" sldId="272"/>
            <ac:cxnSpMk id="20" creationId="{B061CDC2-A21B-CD9C-B2EB-61696E90FE61}"/>
          </ac:cxnSpMkLst>
        </pc:cxnChg>
        <pc:cxnChg chg="add mod">
          <ac:chgData name="Ankit Kumar" userId="9b142ff03612a086" providerId="LiveId" clId="{85EC8FAF-6326-4283-93E8-88AE6953778D}" dt="2025-01-06T18:38:42.518" v="780" actId="1076"/>
          <ac:cxnSpMkLst>
            <pc:docMk/>
            <pc:sldMk cId="331515367" sldId="272"/>
            <ac:cxnSpMk id="21" creationId="{13B40548-81B3-99EB-F163-00B5939EDAC8}"/>
          </ac:cxnSpMkLst>
        </pc:cxnChg>
        <pc:cxnChg chg="add mod">
          <ac:chgData name="Ankit Kumar" userId="9b142ff03612a086" providerId="LiveId" clId="{85EC8FAF-6326-4283-93E8-88AE6953778D}" dt="2025-01-06T18:38:37.023" v="779" actId="1076"/>
          <ac:cxnSpMkLst>
            <pc:docMk/>
            <pc:sldMk cId="331515367" sldId="272"/>
            <ac:cxnSpMk id="22" creationId="{6FB8E9B5-9BB5-46FD-8327-C6A1780B728F}"/>
          </ac:cxnSpMkLst>
        </pc:cxnChg>
        <pc:cxnChg chg="add mod">
          <ac:chgData name="Ankit Kumar" userId="9b142ff03612a086" providerId="LiveId" clId="{85EC8FAF-6326-4283-93E8-88AE6953778D}" dt="2025-01-06T18:38:10.762" v="777" actId="1076"/>
          <ac:cxnSpMkLst>
            <pc:docMk/>
            <pc:sldMk cId="331515367" sldId="272"/>
            <ac:cxnSpMk id="24" creationId="{188445EB-A014-B3B4-FE11-5C48DF251C4D}"/>
          </ac:cxnSpMkLst>
        </pc:cxnChg>
        <pc:cxnChg chg="add mod">
          <ac:chgData name="Ankit Kumar" userId="9b142ff03612a086" providerId="LiveId" clId="{85EC8FAF-6326-4283-93E8-88AE6953778D}" dt="2025-01-06T18:38:07.271" v="776" actId="1076"/>
          <ac:cxnSpMkLst>
            <pc:docMk/>
            <pc:sldMk cId="331515367" sldId="272"/>
            <ac:cxnSpMk id="25" creationId="{09AC0A6B-3735-6DC2-FE8B-7156A46AE692}"/>
          </ac:cxnSpMkLst>
        </pc:cxnChg>
        <pc:cxnChg chg="add mod">
          <ac:chgData name="Ankit Kumar" userId="9b142ff03612a086" providerId="LiveId" clId="{85EC8FAF-6326-4283-93E8-88AE6953778D}" dt="2025-01-06T18:49:00.990" v="1000" actId="1076"/>
          <ac:cxnSpMkLst>
            <pc:docMk/>
            <pc:sldMk cId="331515367" sldId="272"/>
            <ac:cxnSpMk id="34" creationId="{A683DD97-4030-ABC2-0168-90C11EEC7328}"/>
          </ac:cxnSpMkLst>
        </pc:cxnChg>
        <pc:cxnChg chg="add mod">
          <ac:chgData name="Ankit Kumar" userId="9b142ff03612a086" providerId="LiveId" clId="{85EC8FAF-6326-4283-93E8-88AE6953778D}" dt="2025-01-06T18:46:42.038" v="982" actId="14100"/>
          <ac:cxnSpMkLst>
            <pc:docMk/>
            <pc:sldMk cId="331515367" sldId="272"/>
            <ac:cxnSpMk id="35" creationId="{9B283A63-1FE5-DDEE-43CC-0E5BA6769065}"/>
          </ac:cxnSpMkLst>
        </pc:cxnChg>
        <pc:cxnChg chg="add mod">
          <ac:chgData name="Ankit Kumar" userId="9b142ff03612a086" providerId="LiveId" clId="{85EC8FAF-6326-4283-93E8-88AE6953778D}" dt="2025-01-06T18:49:08.426" v="1001" actId="14100"/>
          <ac:cxnSpMkLst>
            <pc:docMk/>
            <pc:sldMk cId="331515367" sldId="272"/>
            <ac:cxnSpMk id="36" creationId="{66935E9C-4AEE-C348-51D9-7E69125C17D2}"/>
          </ac:cxnSpMkLst>
        </pc:cxnChg>
        <pc:cxnChg chg="add mod">
          <ac:chgData name="Ankit Kumar" userId="9b142ff03612a086" providerId="LiveId" clId="{85EC8FAF-6326-4283-93E8-88AE6953778D}" dt="2025-01-06T18:49:11.478" v="1002" actId="1076"/>
          <ac:cxnSpMkLst>
            <pc:docMk/>
            <pc:sldMk cId="331515367" sldId="272"/>
            <ac:cxnSpMk id="40" creationId="{159FCDF9-9FA0-1F88-7047-9609C2FC5C70}"/>
          </ac:cxnSpMkLst>
        </pc:cxnChg>
        <pc:cxnChg chg="add mod">
          <ac:chgData name="Ankit Kumar" userId="9b142ff03612a086" providerId="LiveId" clId="{85EC8FAF-6326-4283-93E8-88AE6953778D}" dt="2025-01-06T18:47:44.251" v="988" actId="1076"/>
          <ac:cxnSpMkLst>
            <pc:docMk/>
            <pc:sldMk cId="331515367" sldId="272"/>
            <ac:cxnSpMk id="41" creationId="{D8D1F729-8F62-FF7B-B467-521D0BAEEFBE}"/>
          </ac:cxnSpMkLst>
        </pc:cxnChg>
        <pc:cxnChg chg="add mod">
          <ac:chgData name="Ankit Kumar" userId="9b142ff03612a086" providerId="LiveId" clId="{85EC8FAF-6326-4283-93E8-88AE6953778D}" dt="2025-01-06T18:47:57.880" v="990" actId="1076"/>
          <ac:cxnSpMkLst>
            <pc:docMk/>
            <pc:sldMk cId="331515367" sldId="272"/>
            <ac:cxnSpMk id="42" creationId="{D7FAEDAE-8133-6BEC-C0AC-5702D7FB63B5}"/>
          </ac:cxnSpMkLst>
        </pc:cxnChg>
      </pc:sldChg>
      <pc:sldChg chg="addSp modSp add del mod chgLayout">
        <pc:chgData name="Ankit Kumar" userId="9b142ff03612a086" providerId="LiveId" clId="{85EC8FAF-6326-4283-93E8-88AE6953778D}" dt="2025-01-06T17:48:33.244" v="223" actId="2696"/>
        <pc:sldMkLst>
          <pc:docMk/>
          <pc:sldMk cId="2645793914" sldId="273"/>
        </pc:sldMkLst>
      </pc:sldChg>
      <pc:sldChg chg="addSp modSp add mod">
        <pc:chgData name="Ankit Kumar" userId="9b142ff03612a086" providerId="LiveId" clId="{85EC8FAF-6326-4283-93E8-88AE6953778D}" dt="2025-01-06T21:19:15.143" v="7300" actId="1076"/>
        <pc:sldMkLst>
          <pc:docMk/>
          <pc:sldMk cId="771774997" sldId="274"/>
        </pc:sldMkLst>
        <pc:spChg chg="add mod">
          <ac:chgData name="Ankit Kumar" userId="9b142ff03612a086" providerId="LiveId" clId="{85EC8FAF-6326-4283-93E8-88AE6953778D}" dt="2025-01-06T21:19:15.143" v="7300" actId="1076"/>
          <ac:spMkLst>
            <pc:docMk/>
            <pc:sldMk cId="771774997" sldId="274"/>
            <ac:spMk id="4" creationId="{E3D77C09-CBB8-199A-627F-B56081C9660D}"/>
          </ac:spMkLst>
        </pc:spChg>
        <pc:picChg chg="add mod">
          <ac:chgData name="Ankit Kumar" userId="9b142ff03612a086" providerId="LiveId" clId="{85EC8FAF-6326-4283-93E8-88AE6953778D}" dt="2025-01-06T21:14:07.894" v="7100" actId="1076"/>
          <ac:picMkLst>
            <pc:docMk/>
            <pc:sldMk cId="771774997" sldId="274"/>
            <ac:picMk id="3" creationId="{A35BCA91-386F-0C5B-108E-7460FB5C821B}"/>
          </ac:picMkLst>
        </pc:picChg>
      </pc:sldChg>
      <pc:sldChg chg="addSp delSp modSp add mod">
        <pc:chgData name="Ankit Kumar" userId="9b142ff03612a086" providerId="LiveId" clId="{85EC8FAF-6326-4283-93E8-88AE6953778D}" dt="2025-01-06T21:12:58.250" v="7096" actId="20577"/>
        <pc:sldMkLst>
          <pc:docMk/>
          <pc:sldMk cId="3090578153" sldId="275"/>
        </pc:sldMkLst>
        <pc:spChg chg="add mod">
          <ac:chgData name="Ankit Kumar" userId="9b142ff03612a086" providerId="LiveId" clId="{85EC8FAF-6326-4283-93E8-88AE6953778D}" dt="2025-01-06T21:12:58.250" v="7096" actId="20577"/>
          <ac:spMkLst>
            <pc:docMk/>
            <pc:sldMk cId="3090578153" sldId="275"/>
            <ac:spMk id="3" creationId="{1D336F2B-CD74-4BEC-0E8B-1B557C588D76}"/>
          </ac:spMkLst>
        </pc:spChg>
        <pc:spChg chg="add mod">
          <ac:chgData name="Ankit Kumar" userId="9b142ff03612a086" providerId="LiveId" clId="{85EC8FAF-6326-4283-93E8-88AE6953778D}" dt="2025-01-06T21:12:14.875" v="7091" actId="20577"/>
          <ac:spMkLst>
            <pc:docMk/>
            <pc:sldMk cId="3090578153" sldId="275"/>
            <ac:spMk id="4" creationId="{56D9B0D5-F243-1C0F-A4AC-E230CE81BFFE}"/>
          </ac:spMkLst>
        </pc:spChg>
      </pc:sldChg>
      <pc:sldChg chg="modSp add mod ord">
        <pc:chgData name="Ankit Kumar" userId="9b142ff03612a086" providerId="LiveId" clId="{85EC8FAF-6326-4283-93E8-88AE6953778D}" dt="2025-01-16T09:29:11.133" v="9272" actId="20577"/>
        <pc:sldMkLst>
          <pc:docMk/>
          <pc:sldMk cId="0" sldId="276"/>
        </pc:sldMkLst>
        <pc:spChg chg="mod">
          <ac:chgData name="Ankit Kumar" userId="9b142ff03612a086" providerId="LiveId" clId="{85EC8FAF-6326-4283-93E8-88AE6953778D}" dt="2025-01-06T17:33:42.281" v="20" actId="207"/>
          <ac:spMkLst>
            <pc:docMk/>
            <pc:sldMk cId="0" sldId="276"/>
            <ac:spMk id="2" creationId="{00000000-0000-0000-0000-000000000000}"/>
          </ac:spMkLst>
        </pc:spChg>
        <pc:spChg chg="mod">
          <ac:chgData name="Ankit Kumar" userId="9b142ff03612a086" providerId="LiveId" clId="{85EC8FAF-6326-4283-93E8-88AE6953778D}" dt="2025-01-16T09:29:11.133" v="9272" actId="20577"/>
          <ac:spMkLst>
            <pc:docMk/>
            <pc:sldMk cId="0" sldId="276"/>
            <ac:spMk id="3" creationId="{00000000-0000-0000-0000-000000000000}"/>
          </ac:spMkLst>
        </pc:spChg>
      </pc:sldChg>
      <pc:sldChg chg="addSp delSp modSp add del mod ord">
        <pc:chgData name="Ankit Kumar" userId="9b142ff03612a086" providerId="LiveId" clId="{85EC8FAF-6326-4283-93E8-88AE6953778D}" dt="2025-01-06T18:27:00.161" v="712" actId="2696"/>
        <pc:sldMkLst>
          <pc:docMk/>
          <pc:sldMk cId="0" sldId="277"/>
        </pc:sldMkLst>
      </pc:sldChg>
      <pc:sldChg chg="add del">
        <pc:chgData name="Ankit Kumar" userId="9b142ff03612a086" providerId="LiveId" clId="{85EC8FAF-6326-4283-93E8-88AE6953778D}" dt="2025-01-06T17:47:27.155" v="217" actId="2696"/>
        <pc:sldMkLst>
          <pc:docMk/>
          <pc:sldMk cId="0" sldId="278"/>
        </pc:sldMkLst>
      </pc:sldChg>
      <pc:sldChg chg="modSp add mod ord">
        <pc:chgData name="Ankit Kumar" userId="9b142ff03612a086" providerId="LiveId" clId="{85EC8FAF-6326-4283-93E8-88AE6953778D}" dt="2025-01-06T18:56:02.470" v="1543" actId="20577"/>
        <pc:sldMkLst>
          <pc:docMk/>
          <pc:sldMk cId="2985314300" sldId="278"/>
        </pc:sldMkLst>
        <pc:spChg chg="mod">
          <ac:chgData name="Ankit Kumar" userId="9b142ff03612a086" providerId="LiveId" clId="{85EC8FAF-6326-4283-93E8-88AE6953778D}" dt="2025-01-06T18:25:15.004" v="631" actId="20577"/>
          <ac:spMkLst>
            <pc:docMk/>
            <pc:sldMk cId="2985314300" sldId="278"/>
            <ac:spMk id="2" creationId="{322B7BED-84CC-97E6-9987-38AF982DDB99}"/>
          </ac:spMkLst>
        </pc:spChg>
        <pc:spChg chg="mod">
          <ac:chgData name="Ankit Kumar" userId="9b142ff03612a086" providerId="LiveId" clId="{85EC8FAF-6326-4283-93E8-88AE6953778D}" dt="2025-01-06T18:56:02.470" v="1543" actId="20577"/>
          <ac:spMkLst>
            <pc:docMk/>
            <pc:sldMk cId="2985314300" sldId="278"/>
            <ac:spMk id="3" creationId="{588658BC-1940-2B5D-D652-144D3EA4EDDF}"/>
          </ac:spMkLst>
        </pc:spChg>
      </pc:sldChg>
      <pc:sldChg chg="addSp delSp modSp add mod ord">
        <pc:chgData name="Ankit Kumar" userId="9b142ff03612a086" providerId="LiveId" clId="{85EC8FAF-6326-4283-93E8-88AE6953778D}" dt="2025-01-06T21:13:30.476" v="7098"/>
        <pc:sldMkLst>
          <pc:docMk/>
          <pc:sldMk cId="2244291031" sldId="279"/>
        </pc:sldMkLst>
        <pc:spChg chg="mod">
          <ac:chgData name="Ankit Kumar" userId="9b142ff03612a086" providerId="LiveId" clId="{85EC8FAF-6326-4283-93E8-88AE6953778D}" dt="2025-01-06T20:26:42.709" v="4981" actId="313"/>
          <ac:spMkLst>
            <pc:docMk/>
            <pc:sldMk cId="2244291031" sldId="279"/>
            <ac:spMk id="2" creationId="{C19AFF59-7B72-5A76-A48F-06293E1A6436}"/>
          </ac:spMkLst>
        </pc:spChg>
        <pc:spChg chg="add mod">
          <ac:chgData name="Ankit Kumar" userId="9b142ff03612a086" providerId="LiveId" clId="{85EC8FAF-6326-4283-93E8-88AE6953778D}" dt="2025-01-06T20:35:09.887" v="5592" actId="27636"/>
          <ac:spMkLst>
            <pc:docMk/>
            <pc:sldMk cId="2244291031" sldId="279"/>
            <ac:spMk id="6" creationId="{02E600C4-3ABC-E743-D669-78FCF3789DDB}"/>
          </ac:spMkLst>
        </pc:spChg>
      </pc:sldChg>
      <pc:sldChg chg="modSp add del mod">
        <pc:chgData name="Ankit Kumar" userId="9b142ff03612a086" providerId="LiveId" clId="{85EC8FAF-6326-4283-93E8-88AE6953778D}" dt="2025-01-06T21:08:06.602" v="6947" actId="2696"/>
        <pc:sldMkLst>
          <pc:docMk/>
          <pc:sldMk cId="713703977" sldId="280"/>
        </pc:sldMkLst>
      </pc:sldChg>
      <pc:sldChg chg="add del">
        <pc:chgData name="Ankit Kumar" userId="9b142ff03612a086" providerId="LiveId" clId="{85EC8FAF-6326-4283-93E8-88AE6953778D}" dt="2025-01-16T01:06:11.416" v="9252" actId="2696"/>
        <pc:sldMkLst>
          <pc:docMk/>
          <pc:sldMk cId="4256907638" sldId="280"/>
        </pc:sldMkLst>
      </pc:sldChg>
      <pc:sldChg chg="addSp modSp add del mod">
        <pc:chgData name="Ankit Kumar" userId="9b142ff03612a086" providerId="LiveId" clId="{85EC8FAF-6326-4283-93E8-88AE6953778D}" dt="2025-01-16T01:06:07.436" v="9251" actId="2696"/>
        <pc:sldMkLst>
          <pc:docMk/>
          <pc:sldMk cId="2652649923" sldId="281"/>
        </pc:sldMkLst>
      </pc:sldChg>
      <pc:sldChg chg="addSp modSp add mod">
        <pc:chgData name="Ankit Kumar" userId="9b142ff03612a086" providerId="LiveId" clId="{85EC8FAF-6326-4283-93E8-88AE6953778D}" dt="2025-01-08T14:23:40.682" v="8567" actId="20577"/>
        <pc:sldMkLst>
          <pc:docMk/>
          <pc:sldMk cId="756141142" sldId="282"/>
        </pc:sldMkLst>
        <pc:spChg chg="add mod">
          <ac:chgData name="Ankit Kumar" userId="9b142ff03612a086" providerId="LiveId" clId="{85EC8FAF-6326-4283-93E8-88AE6953778D}" dt="2025-01-08T14:23:40.682" v="8567" actId="20577"/>
          <ac:spMkLst>
            <pc:docMk/>
            <pc:sldMk cId="756141142" sldId="282"/>
            <ac:spMk id="2" creationId="{211D0A15-830E-28AA-5093-06FAFA03A910}"/>
          </ac:spMkLst>
        </pc:spChg>
      </pc:sldChg>
      <pc:sldChg chg="addSp delSp modSp add mod ord">
        <pc:chgData name="Ankit Kumar" userId="9b142ff03612a086" providerId="LiveId" clId="{85EC8FAF-6326-4283-93E8-88AE6953778D}" dt="2025-01-16T00:55:55.723" v="9132" actId="1076"/>
        <pc:sldMkLst>
          <pc:docMk/>
          <pc:sldMk cId="4272648343" sldId="283"/>
        </pc:sldMkLst>
        <pc:spChg chg="add mod">
          <ac:chgData name="Ankit Kumar" userId="9b142ff03612a086" providerId="LiveId" clId="{85EC8FAF-6326-4283-93E8-88AE6953778D}" dt="2025-01-16T00:55:46.358" v="9131" actId="20577"/>
          <ac:spMkLst>
            <pc:docMk/>
            <pc:sldMk cId="4272648343" sldId="283"/>
            <ac:spMk id="2" creationId="{786FE843-EDE5-3759-AD03-108D45D7C6DF}"/>
          </ac:spMkLst>
        </pc:spChg>
        <pc:spChg chg="add del mod">
          <ac:chgData name="Ankit Kumar" userId="9b142ff03612a086" providerId="LiveId" clId="{85EC8FAF-6326-4283-93E8-88AE6953778D}" dt="2025-01-16T00:55:55.723" v="9132" actId="1076"/>
          <ac:spMkLst>
            <pc:docMk/>
            <pc:sldMk cId="4272648343" sldId="283"/>
            <ac:spMk id="3" creationId="{3F9D1D62-B938-3408-1CCB-10E7272564F2}"/>
          </ac:spMkLst>
        </pc:spChg>
      </pc:sldChg>
      <pc:sldChg chg="addSp delSp modSp add mod">
        <pc:chgData name="Ankit Kumar" userId="9b142ff03612a086" providerId="LiveId" clId="{85EC8FAF-6326-4283-93E8-88AE6953778D}" dt="2025-01-08T14:11:35.892" v="8361" actId="1582"/>
        <pc:sldMkLst>
          <pc:docMk/>
          <pc:sldMk cId="1868111921" sldId="284"/>
        </pc:sldMkLst>
        <pc:spChg chg="add mod">
          <ac:chgData name="Ankit Kumar" userId="9b142ff03612a086" providerId="LiveId" clId="{85EC8FAF-6326-4283-93E8-88AE6953778D}" dt="2025-01-08T13:47:56.046" v="8113" actId="1076"/>
          <ac:spMkLst>
            <pc:docMk/>
            <pc:sldMk cId="1868111921" sldId="284"/>
            <ac:spMk id="5" creationId="{E85D88D7-D708-3FA2-7E20-125105F49A18}"/>
          </ac:spMkLst>
        </pc:spChg>
        <pc:spChg chg="add mod">
          <ac:chgData name="Ankit Kumar" userId="9b142ff03612a086" providerId="LiveId" clId="{85EC8FAF-6326-4283-93E8-88AE6953778D}" dt="2025-01-08T14:11:35.892" v="8361" actId="1582"/>
          <ac:spMkLst>
            <pc:docMk/>
            <pc:sldMk cId="1868111921" sldId="284"/>
            <ac:spMk id="28" creationId="{804B56E6-D1D3-C8C6-4578-A518EB4E73C7}"/>
          </ac:spMkLst>
        </pc:spChg>
        <pc:picChg chg="add del mod">
          <ac:chgData name="Ankit Kumar" userId="9b142ff03612a086" providerId="LiveId" clId="{85EC8FAF-6326-4283-93E8-88AE6953778D}" dt="2025-01-08T14:03:50.629" v="8211" actId="1076"/>
          <ac:picMkLst>
            <pc:docMk/>
            <pc:sldMk cId="1868111921" sldId="284"/>
            <ac:picMk id="12" creationId="{E788659E-AE3E-06AE-9819-B30C6AB5D6E1}"/>
          </ac:picMkLst>
        </pc:picChg>
        <pc:cxnChg chg="add mod">
          <ac:chgData name="Ankit Kumar" userId="9b142ff03612a086" providerId="LiveId" clId="{85EC8FAF-6326-4283-93E8-88AE6953778D}" dt="2025-01-08T14:07:10.072" v="8345" actId="1076"/>
          <ac:cxnSpMkLst>
            <pc:docMk/>
            <pc:sldMk cId="1868111921" sldId="284"/>
            <ac:cxnSpMk id="18" creationId="{FBEE5AE8-9EC4-9AE3-9C43-5BAFA05E0BC8}"/>
          </ac:cxnSpMkLst>
        </pc:cxnChg>
      </pc:sldChg>
      <pc:sldChg chg="addSp delSp modSp add mod">
        <pc:chgData name="Ankit Kumar" userId="9b142ff03612a086" providerId="LiveId" clId="{85EC8FAF-6326-4283-93E8-88AE6953778D}" dt="2025-01-08T14:15:04.458" v="8438" actId="1076"/>
        <pc:sldMkLst>
          <pc:docMk/>
          <pc:sldMk cId="209690928" sldId="285"/>
        </pc:sldMkLst>
        <pc:spChg chg="add mod">
          <ac:chgData name="Ankit Kumar" userId="9b142ff03612a086" providerId="LiveId" clId="{85EC8FAF-6326-4283-93E8-88AE6953778D}" dt="2025-01-08T14:15:04.458" v="8438" actId="1076"/>
          <ac:spMkLst>
            <pc:docMk/>
            <pc:sldMk cId="209690928" sldId="285"/>
            <ac:spMk id="6" creationId="{B5814F91-7DEA-B146-95FF-5C6FE99109EF}"/>
          </ac:spMkLst>
        </pc:spChg>
        <pc:picChg chg="add mod">
          <ac:chgData name="Ankit Kumar" userId="9b142ff03612a086" providerId="LiveId" clId="{85EC8FAF-6326-4283-93E8-88AE6953778D}" dt="2025-01-08T14:14:42.287" v="8433" actId="1076"/>
          <ac:picMkLst>
            <pc:docMk/>
            <pc:sldMk cId="209690928" sldId="285"/>
            <ac:picMk id="3" creationId="{1AB7DD48-4743-9302-6CDC-42F823125484}"/>
          </ac:picMkLst>
        </pc:picChg>
        <pc:cxnChg chg="add mod">
          <ac:chgData name="Ankit Kumar" userId="9b142ff03612a086" providerId="LiveId" clId="{85EC8FAF-6326-4283-93E8-88AE6953778D}" dt="2025-01-08T14:15:01.930" v="8437" actId="1076"/>
          <ac:cxnSpMkLst>
            <pc:docMk/>
            <pc:sldMk cId="209690928" sldId="285"/>
            <ac:cxnSpMk id="4" creationId="{BFFF8576-8DA1-183B-92DA-33AC57AC84E6}"/>
          </ac:cxnSpMkLst>
        </pc:cxnChg>
      </pc:sldChg>
      <pc:sldChg chg="addSp modSp add mod">
        <pc:chgData name="Ankit Kumar" userId="9b142ff03612a086" providerId="LiveId" clId="{85EC8FAF-6326-4283-93E8-88AE6953778D}" dt="2025-01-08T13:35:45.143" v="7805" actId="5793"/>
        <pc:sldMkLst>
          <pc:docMk/>
          <pc:sldMk cId="976948019" sldId="286"/>
        </pc:sldMkLst>
        <pc:spChg chg="add mod">
          <ac:chgData name="Ankit Kumar" userId="9b142ff03612a086" providerId="LiveId" clId="{85EC8FAF-6326-4283-93E8-88AE6953778D}" dt="2025-01-08T13:35:45.143" v="7805" actId="5793"/>
          <ac:spMkLst>
            <pc:docMk/>
            <pc:sldMk cId="976948019" sldId="286"/>
            <ac:spMk id="2" creationId="{FA2D8D1C-2A33-2382-61F4-690A418B5E18}"/>
          </ac:spMkLst>
        </pc:spChg>
      </pc:sldChg>
      <pc:sldChg chg="addSp delSp modSp add mod">
        <pc:chgData name="Ankit Kumar" userId="9b142ff03612a086" providerId="LiveId" clId="{85EC8FAF-6326-4283-93E8-88AE6953778D}" dt="2025-01-08T14:19:09.578" v="8495" actId="14100"/>
        <pc:sldMkLst>
          <pc:docMk/>
          <pc:sldMk cId="3193076295" sldId="287"/>
        </pc:sldMkLst>
        <pc:spChg chg="add mod">
          <ac:chgData name="Ankit Kumar" userId="9b142ff03612a086" providerId="LiveId" clId="{85EC8FAF-6326-4283-93E8-88AE6953778D}" dt="2025-01-08T14:19:09.578" v="8495" actId="14100"/>
          <ac:spMkLst>
            <pc:docMk/>
            <pc:sldMk cId="3193076295" sldId="287"/>
            <ac:spMk id="7" creationId="{9DF23947-3828-A9E4-09BB-F858C6C4A63D}"/>
          </ac:spMkLst>
        </pc:spChg>
        <pc:picChg chg="add mod">
          <ac:chgData name="Ankit Kumar" userId="9b142ff03612a086" providerId="LiveId" clId="{85EC8FAF-6326-4283-93E8-88AE6953778D}" dt="2025-01-08T14:17:05.119" v="8444" actId="1076"/>
          <ac:picMkLst>
            <pc:docMk/>
            <pc:sldMk cId="3193076295" sldId="287"/>
            <ac:picMk id="3" creationId="{AA3124CD-BFC1-DB90-109C-2E57B29DB2B6}"/>
          </ac:picMkLst>
        </pc:picChg>
        <pc:cxnChg chg="add mod">
          <ac:chgData name="Ankit Kumar" userId="9b142ff03612a086" providerId="LiveId" clId="{85EC8FAF-6326-4283-93E8-88AE6953778D}" dt="2025-01-08T14:17:15.317" v="8447" actId="14100"/>
          <ac:cxnSpMkLst>
            <pc:docMk/>
            <pc:sldMk cId="3193076295" sldId="287"/>
            <ac:cxnSpMk id="4" creationId="{E60874FC-C93F-8A08-8EFD-7677222E8963}"/>
          </ac:cxnSpMkLst>
        </pc:cxnChg>
      </pc:sldChg>
      <pc:sldChg chg="new del">
        <pc:chgData name="Ankit Kumar" userId="9b142ff03612a086" providerId="LiveId" clId="{85EC8FAF-6326-4283-93E8-88AE6953778D}" dt="2025-01-16T01:38:04.204" v="9254" actId="47"/>
        <pc:sldMkLst>
          <pc:docMk/>
          <pc:sldMk cId="686276710" sldId="288"/>
        </pc:sldMkLst>
      </pc:sldChg>
      <pc:sldChg chg="add del">
        <pc:chgData name="Ankit Kumar" userId="9b142ff03612a086" providerId="LiveId" clId="{85EC8FAF-6326-4283-93E8-88AE6953778D}" dt="2025-01-08T14:20:16.987" v="8496" actId="2696"/>
        <pc:sldMkLst>
          <pc:docMk/>
          <pc:sldMk cId="2410868523" sldId="2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D9587-BC81-4DB6-A16B-16BD0B3DDA48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E0FB8-ED34-4D67-A183-FF79E6613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4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E0FB8-ED34-4D67-A183-FF79E66133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92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lectronics_technician" TargetMode="External"/><Relationship Id="rId2" Type="http://schemas.openxmlformats.org/officeDocument/2006/relationships/hyperlink" Target="https://en.wikipedia.org/wiki/Interactive_Image_Technologie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Universities" TargetMode="External"/><Relationship Id="rId5" Type="http://schemas.openxmlformats.org/officeDocument/2006/relationships/hyperlink" Target="https://en.wikipedia.org/wiki/Colleges" TargetMode="External"/><Relationship Id="rId4" Type="http://schemas.openxmlformats.org/officeDocument/2006/relationships/hyperlink" Target="https://en.wikipedia.org/wiki/Electronics_engineer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ational_Instruments" TargetMode="External"/><Relationship Id="rId2" Type="http://schemas.openxmlformats.org/officeDocument/2006/relationships/hyperlink" Target="https://en.wikipedia.org/wiki/Ultimate_Technology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National_Instruments_Electronics_Workbench_Group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6eD8-O9kC6I?si=saR1GR6lsDq9K782" TargetMode="External"/><Relationship Id="rId2" Type="http://schemas.openxmlformats.org/officeDocument/2006/relationships/hyperlink" Target="https://youtu.be/pHuCuHsOnls?si=zbmj0JYcOSvWJt_B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122" y="187978"/>
            <a:ext cx="8614068" cy="1062324"/>
          </a:xfr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800" dirty="0"/>
              <a:t>AJAY KUMAR GARG ENGINEERING COLLEGE</a:t>
            </a:r>
            <a:endParaRPr lang="en-IN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4171" y="3756565"/>
            <a:ext cx="9937970" cy="2913457"/>
          </a:xfrm>
        </p:spPr>
        <p:txBody>
          <a:bodyPr>
            <a:normAutofit fontScale="25000" lnSpcReduction="20000"/>
          </a:bodyPr>
          <a:lstStyle/>
          <a:p>
            <a:r>
              <a:rPr lang="en-US" sz="9800" b="1" dirty="0"/>
              <a:t>DEPARTMENT OF ELECTRONICS AND COMMUNICATION ENGINEERING</a:t>
            </a:r>
          </a:p>
          <a:p>
            <a:r>
              <a:rPr lang="en-IN" sz="9600" b="1" i="1" dirty="0">
                <a:solidFill>
                  <a:schemeClr val="bg1"/>
                </a:solidFill>
              </a:rPr>
              <a:t>DIGITAL CLOCK (MINI PROJECT)  </a:t>
            </a:r>
          </a:p>
          <a:p>
            <a:pPr algn="l"/>
            <a:endParaRPr lang="en-IN" sz="9600" b="1" i="1" dirty="0"/>
          </a:p>
          <a:p>
            <a:pPr algn="l"/>
            <a:r>
              <a:rPr lang="en-IN" sz="6400" b="1" i="1" dirty="0">
                <a:solidFill>
                  <a:schemeClr val="bg1"/>
                </a:solidFill>
              </a:rPr>
              <a:t> </a:t>
            </a:r>
            <a:r>
              <a:rPr lang="en-US" sz="6400" b="1" i="1" dirty="0">
                <a:solidFill>
                  <a:schemeClr val="bg1"/>
                </a:solidFill>
              </a:rPr>
              <a:t>Student Name</a:t>
            </a:r>
            <a:r>
              <a:rPr lang="en-IN" sz="6400" b="1" i="1" dirty="0">
                <a:solidFill>
                  <a:schemeClr val="bg1"/>
                </a:solidFill>
              </a:rPr>
              <a:t>  -  Ankit Kumar Yadav                                                             Dr. </a:t>
            </a:r>
            <a:r>
              <a:rPr lang="en-US" sz="6400" b="1" i="1" dirty="0">
                <a:solidFill>
                  <a:schemeClr val="bg1"/>
                </a:solidFill>
              </a:rPr>
              <a:t>Deepak Yadav</a:t>
            </a:r>
            <a:endParaRPr lang="en-IN" sz="6400" b="1" i="1" dirty="0">
              <a:solidFill>
                <a:schemeClr val="bg1"/>
              </a:solidFill>
            </a:endParaRPr>
          </a:p>
          <a:p>
            <a:pPr algn="l"/>
            <a:r>
              <a:rPr lang="en-IN" sz="6400" b="1" i="1" dirty="0">
                <a:solidFill>
                  <a:schemeClr val="bg1"/>
                </a:solidFill>
              </a:rPr>
              <a:t>Roll No.  2300270310039                                                                                Assistant Professor        </a:t>
            </a:r>
          </a:p>
          <a:p>
            <a:pPr algn="l"/>
            <a:r>
              <a:rPr lang="en-IN" sz="6400" b="1" i="1" dirty="0">
                <a:solidFill>
                  <a:schemeClr val="bg1"/>
                </a:solidFill>
              </a:rPr>
              <a:t>ECE - </a:t>
            </a:r>
            <a:r>
              <a:rPr lang="en-US" sz="6400" b="1" i="1" dirty="0">
                <a:solidFill>
                  <a:schemeClr val="bg1"/>
                </a:solidFill>
              </a:rPr>
              <a:t>1</a:t>
            </a:r>
            <a:endParaRPr lang="en-IN" sz="6400" b="1" i="1" dirty="0">
              <a:solidFill>
                <a:schemeClr val="bg1"/>
              </a:solidFill>
            </a:endParaRPr>
          </a:p>
          <a:p>
            <a:pPr algn="r"/>
            <a:r>
              <a:rPr lang="en-IN" sz="6400" b="1" i="1" dirty="0">
                <a:solidFill>
                  <a:schemeClr val="bg1"/>
                </a:solidFill>
              </a:rPr>
              <a:t> </a:t>
            </a:r>
            <a:endParaRPr lang="en-IN" sz="6400" b="1" i="1" dirty="0"/>
          </a:p>
          <a:p>
            <a:pPr algn="r"/>
            <a:endParaRPr lang="en-US" sz="9600" b="1" i="1" dirty="0"/>
          </a:p>
          <a:p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31871"/>
            <a:ext cx="21336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24C6-F177-711D-DFA8-58E8581C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7BED-84CC-97E6-9987-38AF982DD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358587"/>
            <a:ext cx="9001462" cy="838481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/>
              <a:t>CONTENT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658BC-1940-2B5D-D652-144D3EA4E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010255"/>
            <a:ext cx="11287432" cy="5489158"/>
          </a:xfrm>
        </p:spPr>
        <p:txBody>
          <a:bodyPr>
            <a:normAutofit/>
          </a:bodyPr>
          <a:lstStyle/>
          <a:p>
            <a:pPr lvl="1" algn="l"/>
            <a:r>
              <a:rPr lang="en-US" sz="3200" dirty="0">
                <a:solidFill>
                  <a:srgbClr val="FF0000"/>
                </a:solidFill>
              </a:rPr>
              <a:t> 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Introduction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Component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Digital Clock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Reference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85314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A9F4E-E8FD-AA38-5C34-B26FD5FBD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9B4A-F8ED-7421-5720-25CEE9898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358587"/>
            <a:ext cx="9001462" cy="838481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3510A-115D-995F-7E74-AAB85B72F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010255"/>
            <a:ext cx="11287432" cy="5489158"/>
          </a:xfrm>
        </p:spPr>
        <p:txBody>
          <a:bodyPr>
            <a:normAutofit/>
          </a:bodyPr>
          <a:lstStyle/>
          <a:p>
            <a:pPr lvl="1" algn="l"/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In today's digital age, accurate timekeeping is crucial in various aspects of daily life, from scheduling activities to managing workflows.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A digital clock is an essential electronic device that displays the current time in hours, minutes, and seconds using digital technology.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This project aims to design and simulate a digital clock using Multisim software, providing a hands-on experience with electronic components and circuit design.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5373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A28FC-45F3-3DE6-D733-82621B17A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8ECC2-ED1B-955E-B6AA-52EA657F8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3256" y="316791"/>
            <a:ext cx="9001462" cy="838481"/>
          </a:xfrm>
          <a:noFill/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IN" dirty="0"/>
              <a:t>component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7BC4CF-5445-0AB7-3734-C56374D58C9B}"/>
              </a:ext>
            </a:extLst>
          </p:cNvPr>
          <p:cNvCxnSpPr>
            <a:cxnSpLocks/>
          </p:cNvCxnSpPr>
          <p:nvPr/>
        </p:nvCxnSpPr>
        <p:spPr>
          <a:xfrm>
            <a:off x="5914103" y="1155272"/>
            <a:ext cx="0" cy="6612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B0980C-0096-2D84-3209-FCFEDB17C975}"/>
              </a:ext>
            </a:extLst>
          </p:cNvPr>
          <p:cNvCxnSpPr/>
          <p:nvPr/>
        </p:nvCxnSpPr>
        <p:spPr>
          <a:xfrm>
            <a:off x="6213987" y="1816501"/>
            <a:ext cx="450073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F447A9-7EFB-226B-45CE-1451BF5ABFA2}"/>
              </a:ext>
            </a:extLst>
          </p:cNvPr>
          <p:cNvCxnSpPr/>
          <p:nvPr/>
        </p:nvCxnSpPr>
        <p:spPr>
          <a:xfrm flipH="1">
            <a:off x="1632155" y="1816501"/>
            <a:ext cx="45818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061CDC2-A21B-CD9C-B2EB-61696E90FE61}"/>
              </a:ext>
            </a:extLst>
          </p:cNvPr>
          <p:cNvCxnSpPr/>
          <p:nvPr/>
        </p:nvCxnSpPr>
        <p:spPr>
          <a:xfrm>
            <a:off x="1632155" y="1816501"/>
            <a:ext cx="0" cy="897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B40548-81B3-99EB-F163-00B5939EDAC8}"/>
              </a:ext>
            </a:extLst>
          </p:cNvPr>
          <p:cNvCxnSpPr/>
          <p:nvPr/>
        </p:nvCxnSpPr>
        <p:spPr>
          <a:xfrm>
            <a:off x="3603523" y="1816501"/>
            <a:ext cx="0" cy="897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B8E9B5-9BB5-46FD-8327-C6A1780B728F}"/>
              </a:ext>
            </a:extLst>
          </p:cNvPr>
          <p:cNvCxnSpPr/>
          <p:nvPr/>
        </p:nvCxnSpPr>
        <p:spPr>
          <a:xfrm>
            <a:off x="5894439" y="1816501"/>
            <a:ext cx="0" cy="897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8445EB-A014-B3B4-FE11-5C48DF251C4D}"/>
              </a:ext>
            </a:extLst>
          </p:cNvPr>
          <p:cNvCxnSpPr/>
          <p:nvPr/>
        </p:nvCxnSpPr>
        <p:spPr>
          <a:xfrm>
            <a:off x="8431161" y="1816501"/>
            <a:ext cx="0" cy="897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AC0A6B-3735-6DC2-FE8B-7156A46AE692}"/>
              </a:ext>
            </a:extLst>
          </p:cNvPr>
          <p:cNvCxnSpPr/>
          <p:nvPr/>
        </p:nvCxnSpPr>
        <p:spPr>
          <a:xfrm>
            <a:off x="10714718" y="1816501"/>
            <a:ext cx="0" cy="897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764B5BF-A16C-9B08-F024-F50F5BB5FB90}"/>
              </a:ext>
            </a:extLst>
          </p:cNvPr>
          <p:cNvSpPr txBox="1"/>
          <p:nvPr/>
        </p:nvSpPr>
        <p:spPr>
          <a:xfrm>
            <a:off x="646475" y="2728457"/>
            <a:ext cx="1971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Decimal Counter</a:t>
            </a:r>
          </a:p>
          <a:p>
            <a:r>
              <a:rPr lang="en-US" dirty="0"/>
              <a:t>  0 to 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971974-1FB2-CA2F-1863-045454B316DA}"/>
              </a:ext>
            </a:extLst>
          </p:cNvPr>
          <p:cNvSpPr txBox="1"/>
          <p:nvPr/>
        </p:nvSpPr>
        <p:spPr>
          <a:xfrm>
            <a:off x="2431030" y="2763503"/>
            <a:ext cx="1971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Decimal Counter </a:t>
            </a:r>
          </a:p>
          <a:p>
            <a:r>
              <a:rPr lang="en-US" dirty="0"/>
              <a:t>    0 to 99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81F702-6CC2-D699-3894-CC0BA3CB77AD}"/>
              </a:ext>
            </a:extLst>
          </p:cNvPr>
          <p:cNvSpPr txBox="1"/>
          <p:nvPr/>
        </p:nvSpPr>
        <p:spPr>
          <a:xfrm>
            <a:off x="4954851" y="2763503"/>
            <a:ext cx="1971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Decimal  Counter</a:t>
            </a:r>
          </a:p>
          <a:p>
            <a:r>
              <a:rPr lang="en-US" dirty="0"/>
              <a:t>   0 to 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877D2-3574-EB60-0C40-4EBF89411598}"/>
              </a:ext>
            </a:extLst>
          </p:cNvPr>
          <p:cNvSpPr txBox="1"/>
          <p:nvPr/>
        </p:nvSpPr>
        <p:spPr>
          <a:xfrm>
            <a:off x="7478672" y="2763503"/>
            <a:ext cx="1971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Decimal Counter </a:t>
            </a:r>
          </a:p>
          <a:p>
            <a:r>
              <a:rPr lang="en-US" dirty="0"/>
              <a:t>   1 to 12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075371-0D98-8733-3A2C-4A0D36587F8E}"/>
              </a:ext>
            </a:extLst>
          </p:cNvPr>
          <p:cNvSpPr txBox="1"/>
          <p:nvPr/>
        </p:nvSpPr>
        <p:spPr>
          <a:xfrm>
            <a:off x="10219572" y="2775615"/>
            <a:ext cx="1433067" cy="36933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Logic Gates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83DD97-4030-ABC2-0168-90C11EEC7328}"/>
              </a:ext>
            </a:extLst>
          </p:cNvPr>
          <p:cNvCxnSpPr/>
          <p:nvPr/>
        </p:nvCxnSpPr>
        <p:spPr>
          <a:xfrm>
            <a:off x="7617557" y="4641918"/>
            <a:ext cx="0" cy="897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283A63-1FE5-DDEE-43CC-0E5BA6769065}"/>
              </a:ext>
            </a:extLst>
          </p:cNvPr>
          <p:cNvCxnSpPr>
            <a:cxnSpLocks/>
          </p:cNvCxnSpPr>
          <p:nvPr/>
        </p:nvCxnSpPr>
        <p:spPr>
          <a:xfrm>
            <a:off x="10714718" y="3144947"/>
            <a:ext cx="0" cy="14969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6935E9C-4AEE-C348-51D9-7E69125C17D2}"/>
              </a:ext>
            </a:extLst>
          </p:cNvPr>
          <p:cNvCxnSpPr>
            <a:cxnSpLocks/>
          </p:cNvCxnSpPr>
          <p:nvPr/>
        </p:nvCxnSpPr>
        <p:spPr>
          <a:xfrm>
            <a:off x="7617557" y="4641918"/>
            <a:ext cx="309716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59FCDF9-9FA0-1F88-7047-9609C2FC5C70}"/>
              </a:ext>
            </a:extLst>
          </p:cNvPr>
          <p:cNvCxnSpPr/>
          <p:nvPr/>
        </p:nvCxnSpPr>
        <p:spPr>
          <a:xfrm>
            <a:off x="9724122" y="4641918"/>
            <a:ext cx="0" cy="897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8D1F729-8F62-FF7B-B467-521D0BAEEFBE}"/>
              </a:ext>
            </a:extLst>
          </p:cNvPr>
          <p:cNvCxnSpPr>
            <a:cxnSpLocks/>
          </p:cNvCxnSpPr>
          <p:nvPr/>
        </p:nvCxnSpPr>
        <p:spPr>
          <a:xfrm>
            <a:off x="10436942" y="4641918"/>
            <a:ext cx="143306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7FAEDAE-8133-6BEC-C0AC-5702D7FB63B5}"/>
              </a:ext>
            </a:extLst>
          </p:cNvPr>
          <p:cNvCxnSpPr/>
          <p:nvPr/>
        </p:nvCxnSpPr>
        <p:spPr>
          <a:xfrm>
            <a:off x="11870008" y="4641918"/>
            <a:ext cx="0" cy="8972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D5F770B-50B5-FC09-B010-A01CCF3D4405}"/>
              </a:ext>
            </a:extLst>
          </p:cNvPr>
          <p:cNvSpPr txBox="1"/>
          <p:nvPr/>
        </p:nvSpPr>
        <p:spPr>
          <a:xfrm>
            <a:off x="7123494" y="5539119"/>
            <a:ext cx="197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Gate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7682D8-70FC-ADCD-C792-EFBAC9804A9A}"/>
              </a:ext>
            </a:extLst>
          </p:cNvPr>
          <p:cNvSpPr txBox="1"/>
          <p:nvPr/>
        </p:nvSpPr>
        <p:spPr>
          <a:xfrm>
            <a:off x="9276711" y="5533431"/>
            <a:ext cx="197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 Gate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56A3D1-64B2-39D9-7005-51FB26DBA7FC}"/>
              </a:ext>
            </a:extLst>
          </p:cNvPr>
          <p:cNvSpPr txBox="1"/>
          <p:nvPr/>
        </p:nvSpPr>
        <p:spPr>
          <a:xfrm>
            <a:off x="10800658" y="5516078"/>
            <a:ext cx="1971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NAND Gate</a:t>
            </a:r>
          </a:p>
        </p:txBody>
      </p:sp>
    </p:spTree>
    <p:extLst>
      <p:ext uri="{BB962C8B-B14F-4D97-AF65-F5344CB8AC3E}">
        <p14:creationId xmlns:p14="http://schemas.microsoft.com/office/powerpoint/2010/main" val="33151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486BC-C673-CE6B-F1DF-013EA1594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10DFD-8203-2379-80F5-D9EEC26CC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358588"/>
            <a:ext cx="9001462" cy="751756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HISTORY OF MULTISIM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E8ACA1F-0B0F-AF8B-ABE0-2A9864D7F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010255"/>
            <a:ext cx="11287432" cy="5489158"/>
          </a:xfrm>
        </p:spPr>
        <p:txBody>
          <a:bodyPr>
            <a:normAutofit/>
          </a:bodyPr>
          <a:lstStyle/>
          <a:p>
            <a:pPr lvl="1" algn="l">
              <a:buClrTx/>
            </a:pPr>
            <a:endParaRPr lang="en-US" sz="3200" dirty="0">
              <a:solidFill>
                <a:schemeClr val="tx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Multisim was originally called </a:t>
            </a:r>
            <a:r>
              <a:rPr lang="en-US" sz="3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Electronics Workbench</a:t>
            </a:r>
            <a:r>
              <a:rPr lang="en-US" sz="3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 and created by a company called </a:t>
            </a:r>
            <a:r>
              <a:rPr lang="en-US" sz="32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  <a:hlinkClick r:id="rId2" tooltip="Interactive Image Technolog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Interactive Image Technologies</a:t>
            </a:r>
            <a:endParaRPr lang="en-US" sz="3200" u="sng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At the time it was mainly used as an educational tool to teach </a:t>
            </a:r>
            <a:r>
              <a:rPr lang="en-US" sz="32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  <a:hlinkClick r:id="rId3" tooltip="Electronics technic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electronics technician</a:t>
            </a:r>
            <a:r>
              <a:rPr lang="en-US" sz="3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 and </a:t>
            </a:r>
            <a:r>
              <a:rPr lang="en-US" sz="32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  <a:hlinkClick r:id="rId4" tooltip="Electronics enginee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electronics engineering</a:t>
            </a:r>
            <a:r>
              <a:rPr lang="en-US" sz="3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 programs in </a:t>
            </a:r>
            <a:r>
              <a:rPr lang="en-US" sz="32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  <a:hlinkClick r:id="rId5" tooltip="Colle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colleges</a:t>
            </a:r>
            <a:r>
              <a:rPr lang="en-US" sz="3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 and </a:t>
            </a:r>
            <a:r>
              <a:rPr lang="en-US" sz="32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panose="02040503050203030202" pitchFamily="18" charset="0"/>
                <a:hlinkClick r:id="rId6" tooltip="Universiti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universities</a:t>
            </a:r>
            <a:r>
              <a:rPr lang="en-US" sz="3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.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  </a:t>
            </a:r>
            <a:r>
              <a:rPr lang="en-US" sz="3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National Instruments has maintained this educational legacy, with a specific version of Multisim with features developed for teaching electronics.</a:t>
            </a:r>
            <a:endParaRPr lang="en-US" sz="3200" dirty="0">
              <a:solidFill>
                <a:schemeClr val="tx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5267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02B9-6166-13C0-BDC7-70C1D79A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FA2D8D1C-2A33-2382-61F4-690A418B5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95944"/>
            <a:ext cx="11220312" cy="6303470"/>
          </a:xfrm>
        </p:spPr>
        <p:txBody>
          <a:bodyPr>
            <a:normAutofit/>
          </a:bodyPr>
          <a:lstStyle/>
          <a:p>
            <a:pPr lvl="1" algn="l">
              <a:buClrTx/>
            </a:pPr>
            <a:endParaRPr lang="en-US" sz="3200" dirty="0">
              <a:solidFill>
                <a:schemeClr val="tx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1999, Multisim was integrated with Ultiboard after the original company merged with </a:t>
            </a:r>
            <a:r>
              <a:rPr lang="en-IN" sz="320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 tooltip="Ultimate Technolog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Ultimate Technology</a:t>
            </a:r>
            <a:r>
              <a:rPr lang="en-IN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 PCB layout software company.</a:t>
            </a:r>
            <a:endParaRPr lang="en-US" sz="3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2005, Interactive Image Technologies was acquired by </a:t>
            </a:r>
            <a:r>
              <a:rPr lang="en-IN" sz="320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 tooltip="National Instrum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National Instruments</a:t>
            </a:r>
            <a:r>
              <a:rPr lang="en-IN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IN" sz="320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 tooltip="National Instruments Electronics Workbench Gro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Electronics Workbench Group</a:t>
            </a:r>
            <a:r>
              <a:rPr lang="en-IN" sz="3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and Multisim was renamed to NI Multisim.</a:t>
            </a:r>
            <a:endParaRPr lang="en-US" sz="3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rgbClr val="FF0000"/>
                </a:solidFill>
              </a:rPr>
              <a:t> </a:t>
            </a: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76948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02B9-6166-13C0-BDC7-70C1D79A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5D88D7-D708-3FA2-7E20-125105F49A18}"/>
              </a:ext>
            </a:extLst>
          </p:cNvPr>
          <p:cNvSpPr txBox="1">
            <a:spLocks/>
          </p:cNvSpPr>
          <p:nvPr/>
        </p:nvSpPr>
        <p:spPr bwMode="blackWhite">
          <a:xfrm>
            <a:off x="2869030" y="268389"/>
            <a:ext cx="6453939" cy="751756"/>
          </a:xfrm>
          <a:prstGeom prst="rect">
            <a:avLst/>
          </a:prstGeom>
          <a:noFill/>
          <a:ln w="38100" cap="sq">
            <a:noFill/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MULTISIM SIMULATION</a:t>
            </a:r>
            <a:endParaRPr lang="en-US" sz="12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b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88659E-AE3E-06AE-9819-B30C6AB5D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96" y="734466"/>
            <a:ext cx="10144022" cy="5436639"/>
          </a:xfrm>
          <a:prstGeom prst="rect">
            <a:avLst/>
          </a:prstGeom>
        </p:spPr>
      </p:pic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FBEE5AE8-9EC4-9AE3-9C43-5BAFA05E0BC8}"/>
              </a:ext>
            </a:extLst>
          </p:cNvPr>
          <p:cNvCxnSpPr>
            <a:cxnSpLocks/>
          </p:cNvCxnSpPr>
          <p:nvPr/>
        </p:nvCxnSpPr>
        <p:spPr>
          <a:xfrm rot="10800000">
            <a:off x="6152949" y="4253980"/>
            <a:ext cx="1012501" cy="63448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4B56E6-D1D3-C8C6-4578-A518EB4E73C7}"/>
              </a:ext>
            </a:extLst>
          </p:cNvPr>
          <p:cNvSpPr txBox="1"/>
          <p:nvPr/>
        </p:nvSpPr>
        <p:spPr>
          <a:xfrm>
            <a:off x="7165450" y="4878131"/>
            <a:ext cx="3331490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 Area is  called   Workspace</a:t>
            </a:r>
          </a:p>
        </p:txBody>
      </p:sp>
    </p:spTree>
    <p:extLst>
      <p:ext uri="{BB962C8B-B14F-4D97-AF65-F5344CB8AC3E}">
        <p14:creationId xmlns:p14="http://schemas.microsoft.com/office/powerpoint/2010/main" val="186811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87A7-BCD9-256D-C972-741AA113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B7DD48-4743-9302-6CDC-42F823125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487" y="410547"/>
            <a:ext cx="8500997" cy="6036906"/>
          </a:xfrm>
          <a:prstGeom prst="rect">
            <a:avLst/>
          </a:prstGeom>
        </p:spPr>
      </p:pic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BFFF8576-8DA1-183B-92DA-33AC57AC84E6}"/>
              </a:ext>
            </a:extLst>
          </p:cNvPr>
          <p:cNvCxnSpPr>
            <a:cxnSpLocks/>
          </p:cNvCxnSpPr>
          <p:nvPr/>
        </p:nvCxnSpPr>
        <p:spPr>
          <a:xfrm rot="10800000">
            <a:off x="5301858" y="929741"/>
            <a:ext cx="1151814" cy="1111121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5814F91-7DEA-B146-95FF-5C6FE99109EF}"/>
              </a:ext>
            </a:extLst>
          </p:cNvPr>
          <p:cNvSpPr txBox="1"/>
          <p:nvPr/>
        </p:nvSpPr>
        <p:spPr>
          <a:xfrm>
            <a:off x="6453672" y="2040862"/>
            <a:ext cx="221135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Component Selector</a:t>
            </a:r>
          </a:p>
        </p:txBody>
      </p:sp>
    </p:spTree>
    <p:extLst>
      <p:ext uri="{BB962C8B-B14F-4D97-AF65-F5344CB8AC3E}">
        <p14:creationId xmlns:p14="http://schemas.microsoft.com/office/powerpoint/2010/main" val="209690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57AD8-2ABE-EB3B-E793-7236453BB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3124CD-BFC1-DB90-109C-2E57B29DB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694" y="386762"/>
            <a:ext cx="8774114" cy="6401714"/>
          </a:xfrm>
          <a:prstGeom prst="rect">
            <a:avLst/>
          </a:prstGeom>
        </p:spPr>
      </p:pic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E60874FC-C93F-8A08-8EFD-7677222E8963}"/>
              </a:ext>
            </a:extLst>
          </p:cNvPr>
          <p:cNvCxnSpPr>
            <a:cxnSpLocks/>
          </p:cNvCxnSpPr>
          <p:nvPr/>
        </p:nvCxnSpPr>
        <p:spPr>
          <a:xfrm rot="10800000">
            <a:off x="5665752" y="1965441"/>
            <a:ext cx="1798738" cy="116031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F23947-3828-A9E4-09BB-F858C6C4A63D}"/>
              </a:ext>
            </a:extLst>
          </p:cNvPr>
          <p:cNvSpPr txBox="1"/>
          <p:nvPr/>
        </p:nvSpPr>
        <p:spPr>
          <a:xfrm>
            <a:off x="7464490" y="3125756"/>
            <a:ext cx="2640563" cy="646331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Component Name is DCD_HEX_GREEN</a:t>
            </a:r>
          </a:p>
        </p:txBody>
      </p:sp>
    </p:spTree>
    <p:extLst>
      <p:ext uri="{BB962C8B-B14F-4D97-AF65-F5344CB8AC3E}">
        <p14:creationId xmlns:p14="http://schemas.microsoft.com/office/powerpoint/2010/main" val="3193076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7EBA6-C959-E32D-38B2-9B351142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0C34-6C70-49DE-E259-B2F4746FD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443" y="220936"/>
            <a:ext cx="8109170" cy="838481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/>
              <a:t>Decimal counter  0 to 9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7C344-3EA3-2196-7698-E59894AFD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010254"/>
            <a:ext cx="11287432" cy="5847745"/>
          </a:xfrm>
        </p:spPr>
        <p:txBody>
          <a:bodyPr>
            <a:normAutofit fontScale="85000" lnSpcReduction="20000"/>
          </a:bodyPr>
          <a:lstStyle/>
          <a:p>
            <a:pPr lvl="1" algn="l"/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For the  decimal counter 0 to 9 , we used 74LS76 which is IC of  Synchronous UP counter  JK Flip Flop.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In 74LS76 have 16 pins.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But  it has four main inputs:</a:t>
            </a:r>
          </a:p>
          <a:p>
            <a:pPr lvl="1">
              <a:buClrTx/>
            </a:pPr>
            <a:r>
              <a:rPr lang="en-US" sz="3200" dirty="0">
                <a:solidFill>
                  <a:schemeClr val="tx1"/>
                </a:solidFill>
              </a:rPr>
              <a:t>         </a:t>
            </a:r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(1)</a:t>
            </a:r>
            <a:r>
              <a:rPr lang="en-US" sz="3200" dirty="0">
                <a:solidFill>
                  <a:schemeClr val="tx1"/>
                </a:solidFill>
              </a:rPr>
              <a:t>  J: The J input controls the next state of the flip-flop. When J is high, the flip-flop will toggle its state.              </a:t>
            </a:r>
          </a:p>
          <a:p>
            <a:pPr lvl="1">
              <a:buClrTx/>
            </a:pPr>
            <a:r>
              <a:rPr lang="en-US" sz="3200" dirty="0">
                <a:solidFill>
                  <a:schemeClr val="tx1"/>
                </a:solidFill>
              </a:rPr>
              <a:t>       </a:t>
            </a:r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(2)</a:t>
            </a:r>
            <a:r>
              <a:rPr lang="en-US" sz="3200" dirty="0">
                <a:solidFill>
                  <a:schemeClr val="tx1"/>
                </a:solidFill>
              </a:rPr>
              <a:t> K: The K input controls the next state of the flip-flop. When K is      high, the flip-flop will go to the 1 state.</a:t>
            </a:r>
          </a:p>
          <a:p>
            <a:pPr lvl="1">
              <a:buClrTx/>
            </a:pPr>
            <a:r>
              <a:rPr lang="en-US" sz="3200" dirty="0">
                <a:solidFill>
                  <a:schemeClr val="tx1"/>
                </a:solidFill>
              </a:rPr>
              <a:t>          </a:t>
            </a:r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(3)</a:t>
            </a:r>
            <a:r>
              <a:rPr lang="en-US" sz="3200" dirty="0">
                <a:solidFill>
                  <a:schemeClr val="tx1"/>
                </a:solidFill>
              </a:rPr>
              <a:t> Clock: The clock input determines when the flip-flop will change              its state. The flip-flop will change its state on the positive edge</a:t>
            </a:r>
          </a:p>
          <a:p>
            <a:pPr lvl="1">
              <a:buClrTx/>
            </a:pPr>
            <a:r>
              <a:rPr lang="en-US" sz="3200" dirty="0">
                <a:solidFill>
                  <a:schemeClr val="tx1"/>
                </a:solidFill>
              </a:rPr>
              <a:t>   of the clock signal.</a:t>
            </a:r>
          </a:p>
          <a:p>
            <a:pPr lvl="1">
              <a:buClrTx/>
            </a:pPr>
            <a:r>
              <a:rPr lang="en-US" sz="32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(4)</a:t>
            </a:r>
            <a:r>
              <a:rPr lang="en-US" sz="3200" dirty="0">
                <a:solidFill>
                  <a:schemeClr val="tx1"/>
                </a:solidFill>
              </a:rPr>
              <a:t>  Reset: The reset input can use to reset the flip-flop to the 0 state.      </a:t>
            </a:r>
          </a:p>
          <a:p>
            <a:pPr lvl="1" algn="l">
              <a:buClrTx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11641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35870-C011-93E8-202C-9021D266B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B89321-350A-15DF-1BC6-21312571F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32" y="788911"/>
            <a:ext cx="3124969" cy="226937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8109F0-87D9-B3B0-BC0D-0FA9A8111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718635"/>
              </p:ext>
            </p:extLst>
          </p:nvPr>
        </p:nvGraphicFramePr>
        <p:xfrm>
          <a:off x="3850968" y="180858"/>
          <a:ext cx="8128000" cy="6496284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1969729">
                  <a:extLst>
                    <a:ext uri="{9D8B030D-6E8A-4147-A177-3AD203B41FA5}">
                      <a16:colId xmlns:a16="http://schemas.microsoft.com/office/drawing/2014/main" val="4015008110"/>
                    </a:ext>
                  </a:extLst>
                </a:gridCol>
                <a:gridCol w="6158271">
                  <a:extLst>
                    <a:ext uri="{9D8B030D-6E8A-4147-A177-3AD203B41FA5}">
                      <a16:colId xmlns:a16="http://schemas.microsoft.com/office/drawing/2014/main" val="1586925792"/>
                    </a:ext>
                  </a:extLst>
                </a:gridCol>
              </a:tblGrid>
              <a:tr h="369804">
                <a:tc>
                  <a:txBody>
                    <a:bodyPr/>
                    <a:lstStyle/>
                    <a:p>
                      <a:r>
                        <a:rPr lang="en-US" dirty="0"/>
                        <a:t>   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  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6398644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pPr marL="342900" indent="-342900">
                        <a:buAutoNum type="arabicPlain"/>
                      </a:pPr>
                      <a:r>
                        <a:rPr lang="en-US" dirty="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It is used to give the clock pulse to the first JK flip flop.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525910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pPr marL="342900" indent="-342900">
                        <a:buAutoNum type="arabicPlain" startAt="2"/>
                      </a:pPr>
                      <a:r>
                        <a:rPr lang="en-US" dirty="0"/>
                        <a:t>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make the output (1Q) of first flip flop HIGH.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3475583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r>
                        <a:rPr lang="en-US" dirty="0"/>
                        <a:t>3    CLR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It is used to reset the output of first flip flop.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5127114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r>
                        <a:rPr lang="en-US" dirty="0"/>
                        <a:t>4    INPUT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give the first input data bit to the IC.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229062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pPr marL="342900" indent="-342900">
                        <a:buAutoNum type="arabicPlain" startAt="5"/>
                      </a:pPr>
                      <a:r>
                        <a:rPr lang="en-US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power up the IC to make it functional.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29865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pPr marL="342900" indent="-342900">
                        <a:buAutoNum type="arabicPlain" startAt="6"/>
                      </a:pPr>
                      <a:r>
                        <a:rPr lang="en-US" dirty="0"/>
                        <a:t>CLK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give  clock pulse to  clock of the second JK flip flop.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082612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pPr marL="342900" indent="-342900">
                        <a:buAutoNum type="arabicPlain" startAt="7"/>
                      </a:pPr>
                      <a:r>
                        <a:rPr lang="en-US" dirty="0"/>
                        <a:t> PRE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make the output (2Q) of second flip flop HIGH.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870387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pPr marL="342900" indent="-342900">
                        <a:buAutoNum type="arabicPlain" startAt="8"/>
                      </a:pPr>
                      <a:r>
                        <a:rPr lang="en-US" dirty="0"/>
                        <a:t>CLR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reset the output of second flip flop.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739176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r>
                        <a:rPr lang="en-US" dirty="0"/>
                        <a:t>9    INPUT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give the first input data bit to the IC.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767999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r>
                        <a:rPr lang="en-US" dirty="0"/>
                        <a:t>10  2Q’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Pin 10 is the second output pin of the second flip flop.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025540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r>
                        <a:rPr lang="en-US" dirty="0"/>
                        <a:t>11  2Q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will give the output bit of the second flip flop.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14225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r>
                        <a:rPr lang="en-US" dirty="0"/>
                        <a:t>12  INPUT 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give the second input data bit to the IC.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83204"/>
                  </a:ext>
                </a:extLst>
              </a:tr>
              <a:tr h="628453">
                <a:tc>
                  <a:txBody>
                    <a:bodyPr/>
                    <a:lstStyle/>
                    <a:p>
                      <a:pPr marL="342900" indent="-342900">
                        <a:buAutoNum type="arabicPlain" startAt="13"/>
                      </a:pPr>
                      <a:r>
                        <a:rPr lang="en-US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make common ground with power supply and other devices if there’s any.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29462"/>
                  </a:ext>
                </a:extLst>
              </a:tr>
              <a:tr h="359116">
                <a:tc>
                  <a:txBody>
                    <a:bodyPr/>
                    <a:lstStyle/>
                    <a:p>
                      <a:r>
                        <a:rPr lang="en-US" dirty="0"/>
                        <a:t>14  1Q’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will give the inverted output of Pin 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705098"/>
                  </a:ext>
                </a:extLst>
              </a:tr>
              <a:tr h="359116">
                <a:tc>
                  <a:txBody>
                    <a:bodyPr/>
                    <a:lstStyle/>
                    <a:p>
                      <a:r>
                        <a:rPr lang="en-US" dirty="0"/>
                        <a:t>15  OUTPUT 1Q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will give the output bit of the first flip flop.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668455"/>
                  </a:ext>
                </a:extLst>
              </a:tr>
              <a:tr h="362594">
                <a:tc>
                  <a:txBody>
                    <a:bodyPr/>
                    <a:lstStyle/>
                    <a:p>
                      <a:r>
                        <a:rPr lang="en-US" dirty="0"/>
                        <a:t>16 Input 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is used to give the second input data bit to the IC.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10367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D9ED8E5-B3AB-7504-672B-71B13DAEF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9" y="3734537"/>
            <a:ext cx="2596460" cy="222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47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D1990-C5A6-1C3A-57E7-46B13E63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FE843-EDE5-3759-AD03-108D45D7C6DF}"/>
              </a:ext>
            </a:extLst>
          </p:cNvPr>
          <p:cNvSpPr txBox="1"/>
          <p:nvPr/>
        </p:nvSpPr>
        <p:spPr>
          <a:xfrm>
            <a:off x="595604" y="531845"/>
            <a:ext cx="6634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Expression for simulation which count  0 to 9 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9D1D62-B938-3408-1CCB-10E7272564F2}"/>
              </a:ext>
            </a:extLst>
          </p:cNvPr>
          <p:cNvSpPr txBox="1"/>
          <p:nvPr/>
        </p:nvSpPr>
        <p:spPr>
          <a:xfrm>
            <a:off x="595604" y="1324947"/>
            <a:ext cx="110007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dirty="0">
                <a:solidFill>
                  <a:schemeClr val="bg1"/>
                </a:solidFill>
              </a:rPr>
              <a:t>     J(A) = 1 ,  K(A) = 1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(2)      J(B) =  AD`  ,   J(B) = A</a:t>
            </a:r>
          </a:p>
          <a:p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(3)      J(C) =  AB  ,    J(B)  =  AB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(4)      J(D) =  ABC  ,   J(D)  =  A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648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1770-A1FD-5BF2-6EE9-ABD016410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C4D54F-33E0-EADE-CC50-413366384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106537"/>
            <a:ext cx="11383964" cy="5563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3061E3-6439-EB0B-0F7A-011F8CD21D35}"/>
              </a:ext>
            </a:extLst>
          </p:cNvPr>
          <p:cNvSpPr txBox="1"/>
          <p:nvPr/>
        </p:nvSpPr>
        <p:spPr>
          <a:xfrm>
            <a:off x="3583957" y="5886611"/>
            <a:ext cx="4375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– 1  Decimal Counter 0 to 9</a:t>
            </a:r>
          </a:p>
        </p:txBody>
      </p:sp>
    </p:spTree>
    <p:extLst>
      <p:ext uri="{BB962C8B-B14F-4D97-AF65-F5344CB8AC3E}">
        <p14:creationId xmlns:p14="http://schemas.microsoft.com/office/powerpoint/2010/main" val="1012706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2DEF-08EA-7DAB-17C8-D4C424056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09F1-C8F5-9D55-71B2-670C1F174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443" y="220936"/>
            <a:ext cx="8109170" cy="838481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/>
              <a:t>Decimal counter  0 to 99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2A6B9-25BC-763F-8C02-7D4F86A4D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010255"/>
            <a:ext cx="11287432" cy="5489158"/>
          </a:xfrm>
        </p:spPr>
        <p:txBody>
          <a:bodyPr>
            <a:normAutofit lnSpcReduction="10000"/>
          </a:bodyPr>
          <a:lstStyle/>
          <a:p>
            <a:pPr lvl="1" algn="l"/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For the  decimal counter 0 to 99 , we used two 74LS76 which is IC of Synchronous UP counter JK Flip Flop.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Here we used also two DCD-HEX for the display the number from 0 to 99 and here we used total 8 IC of JK Flip Flop.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We can see the figure in the below slide: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 </a:t>
            </a:r>
          </a:p>
          <a:p>
            <a:pPr lvl="1" algn="l">
              <a:buClrTx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35663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25088-A8E8-D074-0627-4CCC1A29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29418-5A6E-55E6-449B-F8380F80B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93" y="152466"/>
            <a:ext cx="8116433" cy="56681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3B8860-8C99-DFC7-203E-DF16A9AE0CC5}"/>
              </a:ext>
            </a:extLst>
          </p:cNvPr>
          <p:cNvSpPr txBox="1"/>
          <p:nvPr/>
        </p:nvSpPr>
        <p:spPr>
          <a:xfrm>
            <a:off x="4115802" y="5933265"/>
            <a:ext cx="361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– 2   Decimal counter 0 to 99</a:t>
            </a:r>
          </a:p>
        </p:txBody>
      </p:sp>
    </p:spTree>
    <p:extLst>
      <p:ext uri="{BB962C8B-B14F-4D97-AF65-F5344CB8AC3E}">
        <p14:creationId xmlns:p14="http://schemas.microsoft.com/office/powerpoint/2010/main" val="2541766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53298-BC05-5648-BF68-0C27F2ACC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D3FF-18A8-D046-DA52-852E0DD10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443" y="220936"/>
            <a:ext cx="8109170" cy="838481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/>
              <a:t>Decimal counter  0 to 59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C6EEA-0B52-4721-BF16-496EAD536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010255"/>
            <a:ext cx="11287432" cy="5489158"/>
          </a:xfrm>
        </p:spPr>
        <p:txBody>
          <a:bodyPr>
            <a:normAutofit fontScale="85000" lnSpcReduction="20000"/>
          </a:bodyPr>
          <a:lstStyle/>
          <a:p>
            <a:pPr lvl="1" algn="l"/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For the  decimal counter 0 to 59 , we used two 74LS76 which is IC of Synchronous UP counter JK Flip Flop.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Here we used also two DCD-HEX for the display the number from 0 to 59.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 For the counting  0 to 59 , we do not connect the one input pin of the hex display and here we also used seven IC of the JK Flip Flop.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We can see the figure in the  below slide:</a:t>
            </a: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 </a:t>
            </a:r>
          </a:p>
          <a:p>
            <a:pPr lvl="1" algn="l">
              <a:buClrTx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35001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7014B-67B6-7580-AA09-2E77D57E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C18-F3A4-6E02-E2DA-D9783E479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625" y="177505"/>
            <a:ext cx="9316750" cy="5696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2561FF-A83E-ED2A-66FD-978602DAD427}"/>
              </a:ext>
            </a:extLst>
          </p:cNvPr>
          <p:cNvSpPr txBox="1"/>
          <p:nvPr/>
        </p:nvSpPr>
        <p:spPr>
          <a:xfrm>
            <a:off x="3910528" y="6045232"/>
            <a:ext cx="4235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– 3   Decimal counter  0   to 59</a:t>
            </a:r>
          </a:p>
        </p:txBody>
      </p:sp>
    </p:spTree>
    <p:extLst>
      <p:ext uri="{BB962C8B-B14F-4D97-AF65-F5344CB8AC3E}">
        <p14:creationId xmlns:p14="http://schemas.microsoft.com/office/powerpoint/2010/main" val="2224317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90C0F-28C4-ADB4-71DC-012558856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ACAC-6934-A6E3-9744-65AE666E4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443" y="220936"/>
            <a:ext cx="8109170" cy="838481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/>
              <a:t>Decimal counter  1 to 12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3056B-26B8-0427-4C05-23DA3B955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010255"/>
            <a:ext cx="11287432" cy="5489158"/>
          </a:xfrm>
        </p:spPr>
        <p:txBody>
          <a:bodyPr>
            <a:normAutofit fontScale="85000" lnSpcReduction="20000"/>
          </a:bodyPr>
          <a:lstStyle/>
          <a:p>
            <a:pPr lvl="1" algn="l"/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For the  decimal counter 1 to 12 , we used two 74LS76 which is IC of Synchronous UP counter JK Flip Flop.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Here we used also two DCD-HEX for the display the number from 1 to 12.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 For the counting  1 to 12 , we do not connect the 3-input pin of the hex display and here we also used the total five IC of the JK Flip Flop.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We can see the figure in the  below slide:</a:t>
            </a: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 </a:t>
            </a:r>
          </a:p>
          <a:p>
            <a:pPr lvl="1" algn="l">
              <a:buClrTx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68429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153FD-9F5D-6E03-07A7-595AC963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91787C-3898-C4F4-0D6C-9629516CF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61" y="281070"/>
            <a:ext cx="9688277" cy="54109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14C752-2802-B43B-8A44-1BA260075542}"/>
              </a:ext>
            </a:extLst>
          </p:cNvPr>
          <p:cNvSpPr txBox="1"/>
          <p:nvPr/>
        </p:nvSpPr>
        <p:spPr>
          <a:xfrm>
            <a:off x="3901197" y="5970587"/>
            <a:ext cx="418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– 4   Decimal counter  1 to 12</a:t>
            </a:r>
          </a:p>
        </p:txBody>
      </p:sp>
    </p:spTree>
    <p:extLst>
      <p:ext uri="{BB962C8B-B14F-4D97-AF65-F5344CB8AC3E}">
        <p14:creationId xmlns:p14="http://schemas.microsoft.com/office/powerpoint/2010/main" val="98705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A111-3C04-93DA-68D1-20A3D5B8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8D9D-E1B5-6156-E886-9A2AAE4C7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443" y="220936"/>
            <a:ext cx="8109170" cy="838481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/>
              <a:t>Digital clock in Multisim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A9D5C-DD6C-AFA1-F21C-10A38A644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010255"/>
            <a:ext cx="11287432" cy="5489158"/>
          </a:xfrm>
        </p:spPr>
        <p:txBody>
          <a:bodyPr>
            <a:normAutofit fontScale="85000" lnSpcReduction="10000"/>
          </a:bodyPr>
          <a:lstStyle/>
          <a:p>
            <a:pPr lvl="1" algn="l">
              <a:buClrTx/>
            </a:pPr>
            <a:endParaRPr lang="en-US" sz="3200" dirty="0">
              <a:solidFill>
                <a:schemeClr val="tx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Digital Clock Project in Multisim: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Multisim is a powerful electronics simulation software that can be used to design and simulate a digital clock circuit.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Here's a basic approach to creating a digital clock project in Multisim:</a:t>
            </a: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</a:t>
            </a:r>
          </a:p>
          <a:p>
            <a:pPr lvl="1" algn="l">
              <a:buClrTx/>
            </a:pPr>
            <a:endParaRPr lang="en-US" sz="3200" dirty="0">
              <a:solidFill>
                <a:schemeClr val="tx1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 </a:t>
            </a:r>
          </a:p>
          <a:p>
            <a:pPr lvl="1" algn="l">
              <a:buClrTx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75484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EB742-61D1-42BC-FB6F-ACB824F22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336F2B-CD74-4BEC-0E8B-1B557C588D76}"/>
              </a:ext>
            </a:extLst>
          </p:cNvPr>
          <p:cNvSpPr txBox="1"/>
          <p:nvPr/>
        </p:nvSpPr>
        <p:spPr>
          <a:xfrm>
            <a:off x="867748" y="338836"/>
            <a:ext cx="345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Core</a:t>
            </a:r>
            <a:r>
              <a:rPr lang="en-US" sz="2800" dirty="0"/>
              <a:t> </a:t>
            </a:r>
            <a:r>
              <a:rPr lang="en-US" sz="2800" dirty="0">
                <a:solidFill>
                  <a:schemeClr val="bg1"/>
                </a:solidFill>
              </a:rPr>
              <a:t>components:</a:t>
            </a:r>
            <a:r>
              <a:rPr lang="en-US" sz="2800" dirty="0"/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6D9B0D5-F243-1C0F-A4AC-E230CE81B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684421"/>
            <a:ext cx="11287432" cy="5489158"/>
          </a:xfrm>
        </p:spPr>
        <p:txBody>
          <a:bodyPr>
            <a:normAutofit fontScale="70000" lnSpcReduction="20000"/>
          </a:bodyPr>
          <a:lstStyle/>
          <a:p>
            <a:pPr lvl="1" algn="l">
              <a:buClrTx/>
            </a:pPr>
            <a:endParaRPr lang="en-US" sz="3200" dirty="0">
              <a:solidFill>
                <a:schemeClr val="tx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  Clock Source: You'll need a stable clock signal. Multisim provides various options, such as a function generator set to a specific frequency (e.g., 1 Hz for a 1-second pulse).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 Counters: Use digital counters (e.g., 74LS90) to count the clock pulses and keep track of seconds, minutes, and hours.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 Decoder/Driver: A decoder/driver circuit (e.g., 74LS47) will translate the binary output of the counters into signals to drive the display.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 Display: You can use virtual 7-segment displays or other display components available in Multisim's library.</a:t>
            </a:r>
          </a:p>
          <a:p>
            <a:pPr lvl="1" algn="l">
              <a:buClrTx/>
            </a:pPr>
            <a:endParaRPr lang="en-US" sz="3200" dirty="0">
              <a:solidFill>
                <a:schemeClr val="tx1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 </a:t>
            </a:r>
          </a:p>
          <a:p>
            <a:pPr lvl="1" algn="l">
              <a:buClrTx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90578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8124-588A-C386-E65C-FCB60C28F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5BCA91-386F-0C5B-108E-7460FB5C8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226260"/>
            <a:ext cx="10936226" cy="5677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D77C09-CBB8-199A-627F-B56081C9660D}"/>
              </a:ext>
            </a:extLst>
          </p:cNvPr>
          <p:cNvSpPr txBox="1"/>
          <p:nvPr/>
        </p:nvSpPr>
        <p:spPr>
          <a:xfrm>
            <a:off x="4115801" y="5970587"/>
            <a:ext cx="4552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– 5  Final Digital Clock</a:t>
            </a:r>
          </a:p>
        </p:txBody>
      </p:sp>
    </p:spTree>
    <p:extLst>
      <p:ext uri="{BB962C8B-B14F-4D97-AF65-F5344CB8AC3E}">
        <p14:creationId xmlns:p14="http://schemas.microsoft.com/office/powerpoint/2010/main" val="771774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02CA1-926B-BCB5-EB41-DDF398563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AFF59-7B72-5A76-A48F-06293E1A6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436" y="427413"/>
            <a:ext cx="8109170" cy="838481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dirty="0"/>
              <a:t>reference </a:t>
            </a:r>
            <a:endParaRPr lang="en-I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2E600C4-3ABC-E743-D669-78FCF3789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284" y="1010255"/>
            <a:ext cx="11287432" cy="5489158"/>
          </a:xfrm>
        </p:spPr>
        <p:txBody>
          <a:bodyPr>
            <a:normAutofit fontScale="92500" lnSpcReduction="10000"/>
          </a:bodyPr>
          <a:lstStyle/>
          <a:p>
            <a:pPr lvl="1" algn="l">
              <a:buClrTx/>
            </a:pPr>
            <a:endParaRPr lang="en-US" sz="3200" dirty="0">
              <a:solidFill>
                <a:schemeClr val="tx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https://youtu.be/pHuCuHsOnls?si=zbmj0JYcOSvWJt_B</a:t>
            </a:r>
            <a:endParaRPr lang="en-US" sz="3200" dirty="0">
              <a:solidFill>
                <a:schemeClr val="bg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https://youtu.be/6eD8-O9kC6I?si=saR1GR6lsDq9K782</a:t>
            </a:r>
            <a:endParaRPr lang="en-US" sz="3200" dirty="0">
              <a:solidFill>
                <a:schemeClr val="bg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</a:t>
            </a: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</a:endParaRPr>
          </a:p>
          <a:p>
            <a:pPr lvl="1" algn="l">
              <a:buClrTx/>
            </a:pPr>
            <a:r>
              <a:rPr lang="en-US" sz="3200" dirty="0">
                <a:solidFill>
                  <a:schemeClr val="tx1"/>
                </a:solidFill>
              </a:rPr>
              <a:t>   </a:t>
            </a:r>
          </a:p>
          <a:p>
            <a:pPr lvl="1" algn="l">
              <a:buClrTx/>
            </a:pPr>
            <a:r>
              <a:rPr lang="en-US" sz="3200" dirty="0">
                <a:solidFill>
                  <a:srgbClr val="FF0000"/>
                </a:solidFill>
              </a:rPr>
              <a:t>  </a:t>
            </a: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ClrTx/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lvl="1" algn="l">
              <a:buClrTx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FF0000"/>
              </a:solidFill>
            </a:endParaRPr>
          </a:p>
          <a:p>
            <a:pPr marL="914400" lvl="1" indent="-457200" algn="l"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FF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44291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5836E-52BC-02FB-DA47-6D23EF2C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D0A15-830E-28AA-5093-06FAFA03A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1415" y="2366977"/>
            <a:ext cx="8109170" cy="1934435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b="1" i="1" dirty="0">
                <a:latin typeface="Arial Rounded MT Bold" panose="020F0704030504030204" pitchFamily="34" charset="0"/>
              </a:rPr>
              <a:t>THANK YOU </a:t>
            </a:r>
            <a:endParaRPr lang="en-IN" b="1" i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141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1AF25-4931-AEEB-230B-CA3F0BB10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15494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2629</TotalTime>
  <Words>1257</Words>
  <Application>Microsoft Office PowerPoint</Application>
  <PresentationFormat>Widescreen</PresentationFormat>
  <Paragraphs>259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Rounded MT Bold</vt:lpstr>
      <vt:lpstr>Calibri</vt:lpstr>
      <vt:lpstr>Gill Sans MT</vt:lpstr>
      <vt:lpstr>Times New Roman</vt:lpstr>
      <vt:lpstr>Wingdings</vt:lpstr>
      <vt:lpstr>Parcel</vt:lpstr>
      <vt:lpstr>AJAY KUMAR GARG ENGINEERING COLLEGE</vt:lpstr>
      <vt:lpstr>CONTENT</vt:lpstr>
      <vt:lpstr>INTRODUCTION</vt:lpstr>
      <vt:lpstr>component</vt:lpstr>
      <vt:lpstr>HISTORY OF MULTISIM </vt:lpstr>
      <vt:lpstr>PowerPoint Presentation</vt:lpstr>
      <vt:lpstr>PowerPoint Presentation</vt:lpstr>
      <vt:lpstr>PowerPoint Presentation</vt:lpstr>
      <vt:lpstr>PowerPoint Presentation</vt:lpstr>
      <vt:lpstr>Decimal counter  0 to 9 </vt:lpstr>
      <vt:lpstr>PowerPoint Presentation</vt:lpstr>
      <vt:lpstr>PowerPoint Presentation</vt:lpstr>
      <vt:lpstr>PowerPoint Presentation</vt:lpstr>
      <vt:lpstr>Decimal counter  0 to 99 </vt:lpstr>
      <vt:lpstr>PowerPoint Presentation</vt:lpstr>
      <vt:lpstr>Decimal counter  0 to 59 </vt:lpstr>
      <vt:lpstr>PowerPoint Presentation</vt:lpstr>
      <vt:lpstr>Decimal counter  1 to 12 </vt:lpstr>
      <vt:lpstr>PowerPoint Presentation</vt:lpstr>
      <vt:lpstr>Digital clock in Multisim </vt:lpstr>
      <vt:lpstr>PowerPoint Presentation</vt:lpstr>
      <vt:lpstr>PowerPoint Presentation</vt:lpstr>
      <vt:lpstr>reference </vt:lpstr>
      <vt:lpstr>THANK YOU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Kumar</dc:creator>
  <cp:lastModifiedBy>Ankit Kumar</cp:lastModifiedBy>
  <cp:revision>1</cp:revision>
  <dcterms:created xsi:type="dcterms:W3CDTF">2025-01-06T17:30:24Z</dcterms:created>
  <dcterms:modified xsi:type="dcterms:W3CDTF">2025-01-16T09:29:18Z</dcterms:modified>
</cp:coreProperties>
</file>